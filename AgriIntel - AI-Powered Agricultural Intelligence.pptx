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6256000" cy="9144000"/>
  <p:notesSz cx="9144000" cy="16256000"/>
  <p:embeddedFontLst>
    <p:embeddedFont>
      <p:font typeface="Liter" charset="-122" pitchFamily="34"/>
      <p:regular r:id="rId24"/>
    </p:embeddedFont>
    <p:embeddedFont>
      <p:font typeface="Quattrocento Sans" charset="-122" pitchFamily="34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font" Target="fonts/font1.fntdata"/><Relationship Id="rId2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rotWithShape="1" flip="none">
          <a:gsLst>
            <a:gs pos="0">
              <a:srgbClr val="0B1120"/>
            </a:gs>
            <a:gs pos="50000">
              <a:srgbClr val="0F1D2E"/>
            </a:gs>
            <a:gs pos="100000">
              <a:srgbClr val="0B1120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gradFill rotWithShape="1" flip="none">
            <a:gsLst>
              <a:gs pos="0">
                <a:srgbClr val="10B981"/>
              </a:gs>
              <a:gs pos="100000">
                <a:srgbClr val="34D399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493000" y="2286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1270000" y="79375"/>
                </a:moveTo>
                <a:cubicBezTo>
                  <a:pt x="1270000" y="347514"/>
                  <a:pt x="1079996" y="571252"/>
                  <a:pt x="827484" y="623590"/>
                </a:cubicBezTo>
                <a:cubicBezTo>
                  <a:pt x="807889" y="479475"/>
                  <a:pt x="743148" y="349746"/>
                  <a:pt x="647650" y="249287"/>
                </a:cubicBezTo>
                <a:cubicBezTo>
                  <a:pt x="747117" y="99219"/>
                  <a:pt x="917525" y="0"/>
                  <a:pt x="1111250" y="0"/>
                </a:cubicBezTo>
                <a:lnTo>
                  <a:pt x="1190625" y="0"/>
                </a:lnTo>
                <a:cubicBezTo>
                  <a:pt x="1234529" y="0"/>
                  <a:pt x="1270000" y="35471"/>
                  <a:pt x="1270000" y="79375"/>
                </a:cubicBezTo>
                <a:close/>
                <a:moveTo>
                  <a:pt x="0" y="238125"/>
                </a:moveTo>
                <a:cubicBezTo>
                  <a:pt x="0" y="194221"/>
                  <a:pt x="35471" y="158750"/>
                  <a:pt x="79375" y="158750"/>
                </a:cubicBezTo>
                <a:lnTo>
                  <a:pt x="158750" y="158750"/>
                </a:lnTo>
                <a:cubicBezTo>
                  <a:pt x="465584" y="158750"/>
                  <a:pt x="714375" y="407541"/>
                  <a:pt x="714375" y="714375"/>
                </a:cubicBezTo>
                <a:lnTo>
                  <a:pt x="714375" y="1190625"/>
                </a:lnTo>
                <a:cubicBezTo>
                  <a:pt x="714375" y="1234529"/>
                  <a:pt x="678904" y="1270000"/>
                  <a:pt x="635000" y="1270000"/>
                </a:cubicBezTo>
                <a:cubicBezTo>
                  <a:pt x="591096" y="1270000"/>
                  <a:pt x="555625" y="1234529"/>
                  <a:pt x="555625" y="1190625"/>
                </a:cubicBezTo>
                <a:lnTo>
                  <a:pt x="555625" y="793750"/>
                </a:lnTo>
                <a:cubicBezTo>
                  <a:pt x="248791" y="793750"/>
                  <a:pt x="0" y="544959"/>
                  <a:pt x="0" y="23812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1778000" y="3810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b="1" spc="800" kern="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AGRIINTEL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6223000" y="4889500"/>
            <a:ext cx="3810000" cy="25400"/>
          </a:xfrm>
          <a:prstGeom prst="rect">
            <a:avLst/>
          </a:prstGeom>
          <a:gradFill rotWithShape="1" flip="none">
            <a:gsLst>
              <a:gs pos="0">
                <a:srgbClr val="10B981">
                  <a:alpha val="0"/>
                </a:srgbClr>
              </a:gs>
              <a:gs pos="30000">
                <a:srgbClr val="10B981"/>
              </a:gs>
              <a:gs pos="70000">
                <a:srgbClr val="10B981"/>
              </a:gs>
              <a:gs pos="100000">
                <a:srgbClr val="10B981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Text 4"/>
          <p:cNvSpPr/>
          <p:nvPr/>
        </p:nvSpPr>
        <p:spPr>
          <a:xfrm>
            <a:off x="2413000" y="5143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Agricultural Intelligence &amp; Decision Support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83000" y="6096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Analytics  •  Machine Learning  •  Business Intelligence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gradFill rotWithShape="1" flip="none">
            <a:gsLst>
              <a:gs pos="0">
                <a:srgbClr val="10B981"/>
              </a:gs>
              <a:gs pos="100000">
                <a:srgbClr val="34D399"/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71500"/>
            <a:ext cx="508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200" kern="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778000"/>
            <a:ext cx="2743200" cy="6350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78000"/>
            <a:ext cx="2743200" cy="50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159000"/>
            <a:ext cx="22352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16000" y="3048000"/>
            <a:ext cx="2235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6000" y="4064000"/>
            <a:ext cx="22352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statement, objectives, technology stack &amp; system architecture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16000" y="711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5600" y="203200"/>
                </a:moveTo>
                <a:cubicBezTo>
                  <a:pt x="355600" y="119088"/>
                  <a:pt x="287312" y="50800"/>
                  <a:pt x="203200" y="50800"/>
                </a:cubicBezTo>
                <a:cubicBezTo>
                  <a:pt x="119088" y="50800"/>
                  <a:pt x="50800" y="119088"/>
                  <a:pt x="50800" y="203200"/>
                </a:cubicBezTo>
                <a:cubicBezTo>
                  <a:pt x="50800" y="287312"/>
                  <a:pt x="119088" y="355600"/>
                  <a:pt x="203200" y="355600"/>
                </a:cubicBezTo>
                <a:cubicBezTo>
                  <a:pt x="287312" y="355600"/>
                  <a:pt x="355600" y="287312"/>
                  <a:pt x="355600" y="203200"/>
                </a:cubicBezTo>
                <a:close/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03200" y="266700"/>
                </a:moveTo>
                <a:cubicBezTo>
                  <a:pt x="238247" y="266700"/>
                  <a:pt x="266700" y="238247"/>
                  <a:pt x="266700" y="203200"/>
                </a:cubicBezTo>
                <a:cubicBezTo>
                  <a:pt x="266700" y="168153"/>
                  <a:pt x="238247" y="139700"/>
                  <a:pt x="203200" y="139700"/>
                </a:cubicBezTo>
                <a:cubicBezTo>
                  <a:pt x="168153" y="139700"/>
                  <a:pt x="139700" y="168153"/>
                  <a:pt x="139700" y="203200"/>
                </a:cubicBezTo>
                <a:cubicBezTo>
                  <a:pt x="139700" y="238247"/>
                  <a:pt x="168153" y="266700"/>
                  <a:pt x="203200" y="266700"/>
                </a:cubicBezTo>
                <a:close/>
                <a:moveTo>
                  <a:pt x="203200" y="88900"/>
                </a:moveTo>
                <a:cubicBezTo>
                  <a:pt x="266284" y="88900"/>
                  <a:pt x="317500" y="140116"/>
                  <a:pt x="317500" y="203200"/>
                </a:cubicBezTo>
                <a:cubicBezTo>
                  <a:pt x="317500" y="266284"/>
                  <a:pt x="266284" y="317500"/>
                  <a:pt x="203200" y="317500"/>
                </a:cubicBezTo>
                <a:cubicBezTo>
                  <a:pt x="140116" y="317500"/>
                  <a:pt x="88900" y="266284"/>
                  <a:pt x="88900" y="203200"/>
                </a:cubicBezTo>
                <a:cubicBezTo>
                  <a:pt x="88900" y="140116"/>
                  <a:pt x="140116" y="88900"/>
                  <a:pt x="203200" y="88900"/>
                </a:cubicBezTo>
                <a:close/>
                <a:moveTo>
                  <a:pt x="177800" y="203200"/>
                </a:moveTo>
                <a:cubicBezTo>
                  <a:pt x="177800" y="189181"/>
                  <a:pt x="189181" y="177800"/>
                  <a:pt x="203200" y="177800"/>
                </a:cubicBezTo>
                <a:cubicBezTo>
                  <a:pt x="217219" y="177800"/>
                  <a:pt x="228600" y="189181"/>
                  <a:pt x="228600" y="203200"/>
                </a:cubicBezTo>
                <a:cubicBezTo>
                  <a:pt x="228600" y="217219"/>
                  <a:pt x="217219" y="228600"/>
                  <a:pt x="203200" y="228600"/>
                </a:cubicBezTo>
                <a:cubicBezTo>
                  <a:pt x="189181" y="228600"/>
                  <a:pt x="177800" y="217219"/>
                  <a:pt x="177800" y="20320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3759200" y="1778000"/>
            <a:ext cx="2743200" cy="6350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11" name="Shape 9"/>
          <p:cNvSpPr/>
          <p:nvPr/>
        </p:nvSpPr>
        <p:spPr>
          <a:xfrm>
            <a:off x="3759200" y="1778000"/>
            <a:ext cx="2743200" cy="50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4013200" y="2159000"/>
            <a:ext cx="22352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0EA5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013200" y="3048000"/>
            <a:ext cx="2235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&amp; ENGINEERING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013200" y="4064000"/>
            <a:ext cx="2235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overview, preprocessing pipeline &amp; feature engineering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013200" y="711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163354"/>
                </a:moveTo>
                <a:cubicBezTo>
                  <a:pt x="392974" y="171133"/>
                  <a:pt x="377553" y="177403"/>
                  <a:pt x="361496" y="182404"/>
                </a:cubicBezTo>
                <a:cubicBezTo>
                  <a:pt x="318861" y="195739"/>
                  <a:pt x="262890" y="203200"/>
                  <a:pt x="203200" y="203200"/>
                </a:cubicBezTo>
                <a:cubicBezTo>
                  <a:pt x="143510" y="203200"/>
                  <a:pt x="87449" y="195659"/>
                  <a:pt x="44904" y="182404"/>
                </a:cubicBezTo>
                <a:cubicBezTo>
                  <a:pt x="28938" y="177403"/>
                  <a:pt x="13426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90986" y="292100"/>
                  <a:pt x="203200" y="292100"/>
                </a:cubicBezTo>
                <a:cubicBezTo>
                  <a:pt x="315414" y="292100"/>
                  <a:pt x="406400" y="263684"/>
                  <a:pt x="406400" y="228600"/>
                </a:cubicBezTo>
                <a:lnTo>
                  <a:pt x="406400" y="163354"/>
                </a:lnTo>
                <a:close/>
                <a:moveTo>
                  <a:pt x="406400" y="101600"/>
                </a:moveTo>
                <a:lnTo>
                  <a:pt x="406400" y="63500"/>
                </a:lnTo>
                <a:cubicBezTo>
                  <a:pt x="406400" y="28416"/>
                  <a:pt x="315414" y="0"/>
                  <a:pt x="203200" y="0"/>
                </a:cubicBezTo>
                <a:cubicBezTo>
                  <a:pt x="90986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90986" y="165100"/>
                  <a:pt x="203200" y="165100"/>
                </a:cubicBezTo>
                <a:cubicBezTo>
                  <a:pt x="315414" y="165100"/>
                  <a:pt x="406400" y="136684"/>
                  <a:pt x="406400" y="101600"/>
                </a:cubicBezTo>
                <a:close/>
                <a:moveTo>
                  <a:pt x="361496" y="309404"/>
                </a:moveTo>
                <a:cubicBezTo>
                  <a:pt x="318951" y="322659"/>
                  <a:pt x="262981" y="330200"/>
                  <a:pt x="203200" y="330200"/>
                </a:cubicBezTo>
                <a:cubicBezTo>
                  <a:pt x="143419" y="330200"/>
                  <a:pt x="87449" y="322659"/>
                  <a:pt x="44904" y="309404"/>
                </a:cubicBezTo>
                <a:cubicBezTo>
                  <a:pt x="28938" y="304403"/>
                  <a:pt x="13426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90986" y="406400"/>
                  <a:pt x="203200" y="406400"/>
                </a:cubicBezTo>
                <a:cubicBezTo>
                  <a:pt x="315414" y="406400"/>
                  <a:pt x="406400" y="377984"/>
                  <a:pt x="406400" y="342900"/>
                </a:cubicBezTo>
                <a:lnTo>
                  <a:pt x="406400" y="290354"/>
                </a:lnTo>
                <a:cubicBezTo>
                  <a:pt x="392974" y="298133"/>
                  <a:pt x="377553" y="304403"/>
                  <a:pt x="361496" y="309404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16" name="Shape 14"/>
          <p:cNvSpPr/>
          <p:nvPr/>
        </p:nvSpPr>
        <p:spPr>
          <a:xfrm>
            <a:off x="6756400" y="1778000"/>
            <a:ext cx="2743200" cy="6350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756400" y="1778000"/>
            <a:ext cx="2743200" cy="508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7010400" y="2159000"/>
            <a:ext cx="22352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34D3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7010400" y="3048000"/>
            <a:ext cx="2235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 &amp; AI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010400" y="4445000"/>
            <a:ext cx="2235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pipeline, Random Forest model &amp; AI recommendation engine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010400" y="711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22" name="Shape 20"/>
          <p:cNvSpPr/>
          <p:nvPr/>
        </p:nvSpPr>
        <p:spPr>
          <a:xfrm>
            <a:off x="9753600" y="1778000"/>
            <a:ext cx="2743200" cy="6350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23" name="Shape 21"/>
          <p:cNvSpPr/>
          <p:nvPr/>
        </p:nvSpPr>
        <p:spPr>
          <a:xfrm>
            <a:off x="9753600" y="1778000"/>
            <a:ext cx="27432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10007600" y="2159000"/>
            <a:ext cx="22352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10007600" y="3048000"/>
            <a:ext cx="2235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DASHBOARDS &amp; INSIGHTS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007600" y="4445000"/>
            <a:ext cx="2235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Streamlit dashboard, Power BI reports &amp; business insights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007600" y="711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8" name="Shape 26"/>
          <p:cNvSpPr/>
          <p:nvPr/>
        </p:nvSpPr>
        <p:spPr>
          <a:xfrm>
            <a:off x="12750800" y="1778000"/>
            <a:ext cx="2743200" cy="6350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29" name="Shape 27"/>
          <p:cNvSpPr/>
          <p:nvPr/>
        </p:nvSpPr>
        <p:spPr>
          <a:xfrm>
            <a:off x="12750800" y="1778000"/>
            <a:ext cx="2743200" cy="508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0" name="Text 28"/>
          <p:cNvSpPr/>
          <p:nvPr/>
        </p:nvSpPr>
        <p:spPr>
          <a:xfrm>
            <a:off x="13004800" y="2159000"/>
            <a:ext cx="22352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A78B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4800" dirty="0"/>
          </a:p>
        </p:txBody>
      </p:sp>
      <p:sp>
        <p:nvSpPr>
          <p:cNvPr id="31" name="Text 29"/>
          <p:cNvSpPr/>
          <p:nvPr/>
        </p:nvSpPr>
        <p:spPr>
          <a:xfrm>
            <a:off x="13004800" y="3048000"/>
            <a:ext cx="2235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0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 &amp; FUTURE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3004800" y="4445000"/>
            <a:ext cx="2235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evaluation, future scope &amp; conclusion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3004800" y="711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254000"/>
                </a:moveTo>
                <a:lnTo>
                  <a:pt x="19447" y="254000"/>
                </a:lnTo>
                <a:cubicBezTo>
                  <a:pt x="-317" y="254000"/>
                  <a:pt x="-12462" y="232489"/>
                  <a:pt x="-2302" y="215503"/>
                </a:cubicBezTo>
                <a:lnTo>
                  <a:pt x="39688" y="145494"/>
                </a:lnTo>
                <a:cubicBezTo>
                  <a:pt x="46593" y="133985"/>
                  <a:pt x="58976" y="127000"/>
                  <a:pt x="72390" y="127000"/>
                </a:cubicBezTo>
                <a:lnTo>
                  <a:pt x="147796" y="127000"/>
                </a:lnTo>
                <a:cubicBezTo>
                  <a:pt x="208201" y="24686"/>
                  <a:pt x="298291" y="19526"/>
                  <a:pt x="358537" y="28337"/>
                </a:cubicBezTo>
                <a:cubicBezTo>
                  <a:pt x="368697" y="29845"/>
                  <a:pt x="376634" y="37783"/>
                  <a:pt x="378063" y="47863"/>
                </a:cubicBezTo>
                <a:cubicBezTo>
                  <a:pt x="386874" y="108109"/>
                  <a:pt x="381714" y="198199"/>
                  <a:pt x="279400" y="258604"/>
                </a:cubicBezTo>
                <a:lnTo>
                  <a:pt x="279400" y="334010"/>
                </a:lnTo>
                <a:cubicBezTo>
                  <a:pt x="279400" y="347424"/>
                  <a:pt x="272415" y="359807"/>
                  <a:pt x="260906" y="366713"/>
                </a:cubicBezTo>
                <a:lnTo>
                  <a:pt x="190897" y="408702"/>
                </a:lnTo>
                <a:cubicBezTo>
                  <a:pt x="173990" y="418862"/>
                  <a:pt x="152400" y="406638"/>
                  <a:pt x="152400" y="386953"/>
                </a:cubicBezTo>
                <a:lnTo>
                  <a:pt x="152400" y="304800"/>
                </a:lnTo>
                <a:cubicBezTo>
                  <a:pt x="152400" y="276781"/>
                  <a:pt x="129619" y="254000"/>
                  <a:pt x="101600" y="254000"/>
                </a:cubicBezTo>
                <a:lnTo>
                  <a:pt x="101521" y="254000"/>
                </a:lnTo>
                <a:close/>
                <a:moveTo>
                  <a:pt x="317500" y="127000"/>
                </a:moveTo>
                <a:cubicBezTo>
                  <a:pt x="317500" y="105972"/>
                  <a:pt x="300428" y="88900"/>
                  <a:pt x="279400" y="88900"/>
                </a:cubicBezTo>
                <a:cubicBezTo>
                  <a:pt x="258372" y="88900"/>
                  <a:pt x="241300" y="105972"/>
                  <a:pt x="241300" y="127000"/>
                </a:cubicBezTo>
                <a:cubicBezTo>
                  <a:pt x="241300" y="148028"/>
                  <a:pt x="258372" y="165100"/>
                  <a:pt x="279400" y="165100"/>
                </a:cubicBezTo>
                <a:cubicBezTo>
                  <a:pt x="300428" y="165100"/>
                  <a:pt x="317500" y="148028"/>
                  <a:pt x="317500" y="127000"/>
                </a:cubicBezTo>
                <a:close/>
              </a:path>
            </a:pathLst>
          </a:custGeom>
          <a:solidFill>
            <a:srgbClr val="A78BF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715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200" kern="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PROBLEM: FARMING WITHOUT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732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/ 20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2000" y="1397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Agriculture generates massive amounts of crop, soil, and weather data, but farmers struggle because data is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scattered and difficult to interpret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540000"/>
            <a:ext cx="8890000" cy="127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794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CHALLENGES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2000" y="342900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397000" y="3403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 Crop Productivity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97000" y="3759200"/>
            <a:ext cx="381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Experience-based decisions miss optimization opportunities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2000" y="469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93914" y="0"/>
                </a:moveTo>
                <a:lnTo>
                  <a:pt x="130629" y="0"/>
                </a:lnTo>
                <a:cubicBezTo>
                  <a:pt x="112565" y="0"/>
                  <a:pt x="97971" y="12769"/>
                  <a:pt x="97971" y="28575"/>
                </a:cubicBezTo>
                <a:cubicBezTo>
                  <a:pt x="97971" y="44381"/>
                  <a:pt x="112565" y="57150"/>
                  <a:pt x="130629" y="57150"/>
                </a:cubicBezTo>
                <a:lnTo>
                  <a:pt x="130629" y="192435"/>
                </a:lnTo>
                <a:lnTo>
                  <a:pt x="7654" y="380673"/>
                </a:lnTo>
                <a:cubicBezTo>
                  <a:pt x="2653" y="388441"/>
                  <a:pt x="0" y="397103"/>
                  <a:pt x="0" y="406033"/>
                </a:cubicBezTo>
                <a:cubicBezTo>
                  <a:pt x="0" y="434340"/>
                  <a:pt x="26126" y="457200"/>
                  <a:pt x="58477" y="457200"/>
                </a:cubicBezTo>
                <a:lnTo>
                  <a:pt x="398723" y="457200"/>
                </a:lnTo>
                <a:cubicBezTo>
                  <a:pt x="430972" y="457200"/>
                  <a:pt x="457200" y="434340"/>
                  <a:pt x="457200" y="406033"/>
                </a:cubicBezTo>
                <a:cubicBezTo>
                  <a:pt x="457200" y="397103"/>
                  <a:pt x="454547" y="388352"/>
                  <a:pt x="449546" y="380673"/>
                </a:cubicBezTo>
                <a:lnTo>
                  <a:pt x="326571" y="192435"/>
                </a:lnTo>
                <a:lnTo>
                  <a:pt x="326571" y="57150"/>
                </a:lnTo>
                <a:cubicBezTo>
                  <a:pt x="344635" y="57150"/>
                  <a:pt x="359229" y="44381"/>
                  <a:pt x="359229" y="28575"/>
                </a:cubicBezTo>
                <a:cubicBezTo>
                  <a:pt x="359229" y="12769"/>
                  <a:pt x="344635" y="0"/>
                  <a:pt x="326571" y="0"/>
                </a:cubicBezTo>
                <a:lnTo>
                  <a:pt x="293914" y="0"/>
                </a:lnTo>
                <a:close/>
                <a:moveTo>
                  <a:pt x="195943" y="192435"/>
                </a:moveTo>
                <a:lnTo>
                  <a:pt x="195943" y="57150"/>
                </a:lnTo>
                <a:lnTo>
                  <a:pt x="261257" y="57150"/>
                </a:lnTo>
                <a:lnTo>
                  <a:pt x="261257" y="192435"/>
                </a:lnTo>
                <a:cubicBezTo>
                  <a:pt x="261257" y="202347"/>
                  <a:pt x="264217" y="212169"/>
                  <a:pt x="269830" y="220831"/>
                </a:cubicBezTo>
                <a:lnTo>
                  <a:pt x="312284" y="285750"/>
                </a:lnTo>
                <a:lnTo>
                  <a:pt x="144916" y="285750"/>
                </a:lnTo>
                <a:lnTo>
                  <a:pt x="187370" y="220831"/>
                </a:lnTo>
                <a:cubicBezTo>
                  <a:pt x="192983" y="212169"/>
                  <a:pt x="195943" y="202436"/>
                  <a:pt x="195943" y="19243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" y="4673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Inefficient Fertilizer Usage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97000" y="5029200"/>
            <a:ext cx="381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 or under-application wastes resources and harms soil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2000" y="596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66653" y="110817"/>
                </a:moveTo>
                <a:cubicBezTo>
                  <a:pt x="385137" y="124748"/>
                  <a:pt x="407730" y="138232"/>
                  <a:pt x="432911" y="141625"/>
                </a:cubicBezTo>
                <a:cubicBezTo>
                  <a:pt x="444609" y="143232"/>
                  <a:pt x="455414" y="134928"/>
                  <a:pt x="457021" y="123230"/>
                </a:cubicBezTo>
                <a:cubicBezTo>
                  <a:pt x="458629" y="111532"/>
                  <a:pt x="450324" y="100727"/>
                  <a:pt x="438626" y="99120"/>
                </a:cubicBezTo>
                <a:cubicBezTo>
                  <a:pt x="424428" y="97244"/>
                  <a:pt x="408980" y="89029"/>
                  <a:pt x="392460" y="76617"/>
                </a:cubicBezTo>
                <a:cubicBezTo>
                  <a:pt x="358170" y="50721"/>
                  <a:pt x="311646" y="50721"/>
                  <a:pt x="277267" y="76617"/>
                </a:cubicBezTo>
                <a:cubicBezTo>
                  <a:pt x="255836" y="92779"/>
                  <a:pt x="240923" y="100102"/>
                  <a:pt x="228600" y="100102"/>
                </a:cubicBezTo>
                <a:cubicBezTo>
                  <a:pt x="216277" y="100102"/>
                  <a:pt x="201364" y="92779"/>
                  <a:pt x="179933" y="76617"/>
                </a:cubicBezTo>
                <a:cubicBezTo>
                  <a:pt x="145643" y="50721"/>
                  <a:pt x="99120" y="50721"/>
                  <a:pt x="64740" y="76617"/>
                </a:cubicBezTo>
                <a:cubicBezTo>
                  <a:pt x="48220" y="89029"/>
                  <a:pt x="32772" y="97244"/>
                  <a:pt x="18574" y="99120"/>
                </a:cubicBezTo>
                <a:cubicBezTo>
                  <a:pt x="6876" y="100727"/>
                  <a:pt x="-1429" y="111443"/>
                  <a:pt x="179" y="123230"/>
                </a:cubicBezTo>
                <a:cubicBezTo>
                  <a:pt x="1786" y="135017"/>
                  <a:pt x="12502" y="143232"/>
                  <a:pt x="24289" y="141625"/>
                </a:cubicBezTo>
                <a:cubicBezTo>
                  <a:pt x="49470" y="138232"/>
                  <a:pt x="72152" y="124748"/>
                  <a:pt x="90547" y="110817"/>
                </a:cubicBezTo>
                <a:cubicBezTo>
                  <a:pt x="109567" y="96441"/>
                  <a:pt x="135106" y="96441"/>
                  <a:pt x="154126" y="110817"/>
                </a:cubicBezTo>
                <a:cubicBezTo>
                  <a:pt x="175736" y="127159"/>
                  <a:pt x="200829" y="142875"/>
                  <a:pt x="228600" y="142875"/>
                </a:cubicBezTo>
                <a:cubicBezTo>
                  <a:pt x="256371" y="142875"/>
                  <a:pt x="281374" y="127069"/>
                  <a:pt x="303074" y="110817"/>
                </a:cubicBezTo>
                <a:cubicBezTo>
                  <a:pt x="322094" y="96441"/>
                  <a:pt x="347633" y="96441"/>
                  <a:pt x="366653" y="110817"/>
                </a:cubicBezTo>
                <a:close/>
                <a:moveTo>
                  <a:pt x="366653" y="239405"/>
                </a:moveTo>
                <a:cubicBezTo>
                  <a:pt x="385137" y="253335"/>
                  <a:pt x="407730" y="266819"/>
                  <a:pt x="432911" y="270212"/>
                </a:cubicBezTo>
                <a:cubicBezTo>
                  <a:pt x="444609" y="271820"/>
                  <a:pt x="455414" y="263515"/>
                  <a:pt x="457021" y="251817"/>
                </a:cubicBezTo>
                <a:cubicBezTo>
                  <a:pt x="458629" y="240119"/>
                  <a:pt x="450324" y="229314"/>
                  <a:pt x="438626" y="227707"/>
                </a:cubicBezTo>
                <a:cubicBezTo>
                  <a:pt x="424428" y="225832"/>
                  <a:pt x="408980" y="217616"/>
                  <a:pt x="392460" y="205204"/>
                </a:cubicBezTo>
                <a:cubicBezTo>
                  <a:pt x="358170" y="179308"/>
                  <a:pt x="311646" y="179308"/>
                  <a:pt x="277267" y="205204"/>
                </a:cubicBezTo>
                <a:cubicBezTo>
                  <a:pt x="255836" y="221367"/>
                  <a:pt x="240923" y="228689"/>
                  <a:pt x="228600" y="228689"/>
                </a:cubicBezTo>
                <a:cubicBezTo>
                  <a:pt x="216277" y="228689"/>
                  <a:pt x="201364" y="221367"/>
                  <a:pt x="179933" y="205204"/>
                </a:cubicBezTo>
                <a:cubicBezTo>
                  <a:pt x="145643" y="179308"/>
                  <a:pt x="99120" y="179308"/>
                  <a:pt x="64740" y="205204"/>
                </a:cubicBezTo>
                <a:cubicBezTo>
                  <a:pt x="48220" y="217616"/>
                  <a:pt x="32772" y="225832"/>
                  <a:pt x="18574" y="227707"/>
                </a:cubicBezTo>
                <a:cubicBezTo>
                  <a:pt x="6876" y="229225"/>
                  <a:pt x="-1429" y="240030"/>
                  <a:pt x="179" y="251817"/>
                </a:cubicBezTo>
                <a:cubicBezTo>
                  <a:pt x="1786" y="263604"/>
                  <a:pt x="12502" y="271820"/>
                  <a:pt x="24289" y="270212"/>
                </a:cubicBezTo>
                <a:cubicBezTo>
                  <a:pt x="49470" y="266819"/>
                  <a:pt x="72152" y="253335"/>
                  <a:pt x="90547" y="239405"/>
                </a:cubicBezTo>
                <a:cubicBezTo>
                  <a:pt x="109567" y="225028"/>
                  <a:pt x="135106" y="225028"/>
                  <a:pt x="154126" y="239405"/>
                </a:cubicBezTo>
                <a:cubicBezTo>
                  <a:pt x="175736" y="255746"/>
                  <a:pt x="200829" y="271463"/>
                  <a:pt x="228600" y="271463"/>
                </a:cubicBezTo>
                <a:cubicBezTo>
                  <a:pt x="256371" y="271463"/>
                  <a:pt x="281374" y="255657"/>
                  <a:pt x="303074" y="239405"/>
                </a:cubicBezTo>
                <a:cubicBezTo>
                  <a:pt x="322094" y="225028"/>
                  <a:pt x="347633" y="225028"/>
                  <a:pt x="366653" y="239405"/>
                </a:cubicBezTo>
                <a:close/>
                <a:moveTo>
                  <a:pt x="303074" y="367992"/>
                </a:moveTo>
                <a:cubicBezTo>
                  <a:pt x="322094" y="353616"/>
                  <a:pt x="347633" y="353616"/>
                  <a:pt x="366653" y="367992"/>
                </a:cubicBezTo>
                <a:cubicBezTo>
                  <a:pt x="385137" y="381923"/>
                  <a:pt x="407730" y="395407"/>
                  <a:pt x="432911" y="398800"/>
                </a:cubicBezTo>
                <a:cubicBezTo>
                  <a:pt x="444609" y="400407"/>
                  <a:pt x="455414" y="392103"/>
                  <a:pt x="457021" y="380405"/>
                </a:cubicBezTo>
                <a:cubicBezTo>
                  <a:pt x="458629" y="368707"/>
                  <a:pt x="450324" y="357902"/>
                  <a:pt x="438626" y="356295"/>
                </a:cubicBezTo>
                <a:cubicBezTo>
                  <a:pt x="424428" y="354419"/>
                  <a:pt x="408980" y="346204"/>
                  <a:pt x="392460" y="333792"/>
                </a:cubicBezTo>
                <a:cubicBezTo>
                  <a:pt x="358170" y="307896"/>
                  <a:pt x="311646" y="307896"/>
                  <a:pt x="277267" y="333792"/>
                </a:cubicBezTo>
                <a:cubicBezTo>
                  <a:pt x="255836" y="349954"/>
                  <a:pt x="240923" y="357277"/>
                  <a:pt x="228600" y="357277"/>
                </a:cubicBezTo>
                <a:cubicBezTo>
                  <a:pt x="216277" y="357277"/>
                  <a:pt x="201364" y="349954"/>
                  <a:pt x="179933" y="333792"/>
                </a:cubicBezTo>
                <a:cubicBezTo>
                  <a:pt x="145643" y="307896"/>
                  <a:pt x="99120" y="307896"/>
                  <a:pt x="64740" y="333792"/>
                </a:cubicBezTo>
                <a:cubicBezTo>
                  <a:pt x="48220" y="346204"/>
                  <a:pt x="32772" y="354419"/>
                  <a:pt x="18574" y="356295"/>
                </a:cubicBezTo>
                <a:cubicBezTo>
                  <a:pt x="6876" y="357902"/>
                  <a:pt x="-1429" y="368618"/>
                  <a:pt x="179" y="380405"/>
                </a:cubicBezTo>
                <a:cubicBezTo>
                  <a:pt x="1786" y="392192"/>
                  <a:pt x="12502" y="400407"/>
                  <a:pt x="24289" y="398800"/>
                </a:cubicBezTo>
                <a:cubicBezTo>
                  <a:pt x="49470" y="395407"/>
                  <a:pt x="72152" y="381923"/>
                  <a:pt x="90547" y="367992"/>
                </a:cubicBezTo>
                <a:cubicBezTo>
                  <a:pt x="109567" y="353616"/>
                  <a:pt x="135106" y="353616"/>
                  <a:pt x="154126" y="367992"/>
                </a:cubicBezTo>
                <a:cubicBezTo>
                  <a:pt x="175736" y="384334"/>
                  <a:pt x="200829" y="400050"/>
                  <a:pt x="228600" y="400050"/>
                </a:cubicBezTo>
                <a:cubicBezTo>
                  <a:pt x="256371" y="400050"/>
                  <a:pt x="281374" y="384244"/>
                  <a:pt x="303074" y="36799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397000" y="5943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Poor Resource Management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97000" y="6299200"/>
            <a:ext cx="381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Water, land, and inputs are not allocated optimally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50000" y="342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28575"/>
                </a:moveTo>
                <a:cubicBezTo>
                  <a:pt x="457200" y="125105"/>
                  <a:pt x="388799" y="205651"/>
                  <a:pt x="297894" y="224492"/>
                </a:cubicBezTo>
                <a:cubicBezTo>
                  <a:pt x="290840" y="172611"/>
                  <a:pt x="267533" y="125909"/>
                  <a:pt x="233154" y="89743"/>
                </a:cubicBezTo>
                <a:cubicBezTo>
                  <a:pt x="268962" y="35719"/>
                  <a:pt x="330309" y="0"/>
                  <a:pt x="400050" y="0"/>
                </a:cubicBezTo>
                <a:lnTo>
                  <a:pt x="428625" y="0"/>
                </a:lnTo>
                <a:cubicBezTo>
                  <a:pt x="444431" y="0"/>
                  <a:pt x="457200" y="12769"/>
                  <a:pt x="457200" y="28575"/>
                </a:cubicBezTo>
                <a:close/>
                <a:moveTo>
                  <a:pt x="0" y="85725"/>
                </a:moveTo>
                <a:cubicBezTo>
                  <a:pt x="0" y="69919"/>
                  <a:pt x="12769" y="57150"/>
                  <a:pt x="28575" y="57150"/>
                </a:cubicBezTo>
                <a:lnTo>
                  <a:pt x="57150" y="57150"/>
                </a:lnTo>
                <a:cubicBezTo>
                  <a:pt x="167610" y="57150"/>
                  <a:pt x="257175" y="146715"/>
                  <a:pt x="257175" y="257175"/>
                </a:cubicBezTo>
                <a:lnTo>
                  <a:pt x="257175" y="428625"/>
                </a:lnTo>
                <a:cubicBezTo>
                  <a:pt x="257175" y="444431"/>
                  <a:pt x="244406" y="457200"/>
                  <a:pt x="228600" y="457200"/>
                </a:cubicBezTo>
                <a:cubicBezTo>
                  <a:pt x="212794" y="457200"/>
                  <a:pt x="200025" y="444431"/>
                  <a:pt x="200025" y="428625"/>
                </a:cubicBezTo>
                <a:lnTo>
                  <a:pt x="200025" y="285750"/>
                </a:lnTo>
                <a:cubicBezTo>
                  <a:pt x="89565" y="285750"/>
                  <a:pt x="0" y="196185"/>
                  <a:pt x="0" y="85725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985000" y="3403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Incorrect Crop Planning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85000" y="3759200"/>
            <a:ext cx="381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Lack of data-driven crop selection for conditions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50000" y="4699000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1" name="Text 19"/>
          <p:cNvSpPr/>
          <p:nvPr/>
        </p:nvSpPr>
        <p:spPr>
          <a:xfrm>
            <a:off x="6985000" y="4673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Yield Uncertainty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85000" y="5029200"/>
            <a:ext cx="381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Farmers cannot reliably predict harvest outcomes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922000" y="1397000"/>
            <a:ext cx="4572000" cy="6604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24" name="Shape 22"/>
          <p:cNvSpPr/>
          <p:nvPr/>
        </p:nvSpPr>
        <p:spPr>
          <a:xfrm>
            <a:off x="10922000" y="1397000"/>
            <a:ext cx="4572000" cy="50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hape 23"/>
          <p:cNvSpPr/>
          <p:nvPr/>
        </p:nvSpPr>
        <p:spPr>
          <a:xfrm>
            <a:off x="12827000" y="2032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cubicBezTo>
                  <a:pt x="402878" y="0"/>
                  <a:pt x="422970" y="12055"/>
                  <a:pt x="433388" y="31254"/>
                </a:cubicBezTo>
                <a:lnTo>
                  <a:pt x="754856" y="626566"/>
                </a:lnTo>
                <a:cubicBezTo>
                  <a:pt x="764828" y="645021"/>
                  <a:pt x="764381" y="667345"/>
                  <a:pt x="753666" y="685354"/>
                </a:cubicBezTo>
                <a:cubicBezTo>
                  <a:pt x="742950" y="703362"/>
                  <a:pt x="723454" y="714375"/>
                  <a:pt x="702469" y="714375"/>
                </a:cubicBezTo>
                <a:lnTo>
                  <a:pt x="59531" y="714375"/>
                </a:lnTo>
                <a:cubicBezTo>
                  <a:pt x="38546" y="714375"/>
                  <a:pt x="19199" y="703362"/>
                  <a:pt x="8334" y="685354"/>
                </a:cubicBezTo>
                <a:cubicBezTo>
                  <a:pt x="-2530" y="667345"/>
                  <a:pt x="-2828" y="645021"/>
                  <a:pt x="7144" y="626566"/>
                </a:cubicBezTo>
                <a:lnTo>
                  <a:pt x="328613" y="31254"/>
                </a:lnTo>
                <a:cubicBezTo>
                  <a:pt x="339030" y="12055"/>
                  <a:pt x="359122" y="0"/>
                  <a:pt x="381000" y="0"/>
                </a:cubicBezTo>
                <a:close/>
                <a:moveTo>
                  <a:pt x="381000" y="250031"/>
                </a:moveTo>
                <a:cubicBezTo>
                  <a:pt x="361206" y="250031"/>
                  <a:pt x="345281" y="265956"/>
                  <a:pt x="345281" y="285750"/>
                </a:cubicBezTo>
                <a:lnTo>
                  <a:pt x="345281" y="452438"/>
                </a:lnTo>
                <a:cubicBezTo>
                  <a:pt x="345281" y="472232"/>
                  <a:pt x="361206" y="488156"/>
                  <a:pt x="381000" y="488156"/>
                </a:cubicBezTo>
                <a:cubicBezTo>
                  <a:pt x="400794" y="488156"/>
                  <a:pt x="416719" y="472232"/>
                  <a:pt x="416719" y="452438"/>
                </a:cubicBezTo>
                <a:lnTo>
                  <a:pt x="416719" y="285750"/>
                </a:lnTo>
                <a:cubicBezTo>
                  <a:pt x="416719" y="265956"/>
                  <a:pt x="400794" y="250031"/>
                  <a:pt x="381000" y="250031"/>
                </a:cubicBezTo>
                <a:close/>
                <a:moveTo>
                  <a:pt x="420737" y="571500"/>
                </a:moveTo>
                <a:cubicBezTo>
                  <a:pt x="421641" y="556750"/>
                  <a:pt x="414285" y="542717"/>
                  <a:pt x="401641" y="535068"/>
                </a:cubicBezTo>
                <a:cubicBezTo>
                  <a:pt x="388997" y="527420"/>
                  <a:pt x="373152" y="527420"/>
                  <a:pt x="360508" y="535068"/>
                </a:cubicBezTo>
                <a:cubicBezTo>
                  <a:pt x="347864" y="542717"/>
                  <a:pt x="340508" y="556750"/>
                  <a:pt x="341412" y="571500"/>
                </a:cubicBezTo>
                <a:cubicBezTo>
                  <a:pt x="340508" y="586250"/>
                  <a:pt x="347864" y="600283"/>
                  <a:pt x="360508" y="607932"/>
                </a:cubicBezTo>
                <a:cubicBezTo>
                  <a:pt x="373152" y="615580"/>
                  <a:pt x="388997" y="615580"/>
                  <a:pt x="401641" y="607932"/>
                </a:cubicBezTo>
                <a:cubicBezTo>
                  <a:pt x="414285" y="600283"/>
                  <a:pt x="421641" y="586250"/>
                  <a:pt x="420737" y="57150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11303000" y="3048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CORE ISSUE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1303000" y="3683000"/>
            <a:ext cx="381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farming relies on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experience over data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creating a gap between available agricultural intelligence and actual decision-making on the ground.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303000" y="6477000"/>
            <a:ext cx="381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221,208+</a:t>
            </a:r>
            <a:endParaRPr lang="en-US" sz="4800" dirty="0"/>
          </a:p>
        </p:txBody>
      </p:sp>
      <p:sp>
        <p:nvSpPr>
          <p:cNvPr id="29" name="Text 27"/>
          <p:cNvSpPr/>
          <p:nvPr/>
        </p:nvSpPr>
        <p:spPr>
          <a:xfrm>
            <a:off x="11303000" y="7239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Agricultural Records Analyzed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715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200" kern="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732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20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2000" y="1270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AgriIntel assists farmers and agricultural organizations by providing: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2032000"/>
            <a:ext cx="3429000" cy="3048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28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63500" y="45938"/>
                  <a:pt x="49312" y="31750"/>
                  <a:pt x="31750" y="31750"/>
                </a:cubicBezTo>
                <a:cubicBezTo>
                  <a:pt x="14188" y="31750"/>
                  <a:pt x="0" y="45938"/>
                  <a:pt x="0" y="63500"/>
                </a:cubicBezTo>
                <a:lnTo>
                  <a:pt x="0" y="396875"/>
                </a:lnTo>
                <a:cubicBezTo>
                  <a:pt x="0" y="440730"/>
                  <a:pt x="35520" y="476250"/>
                  <a:pt x="79375" y="476250"/>
                </a:cubicBezTo>
                <a:lnTo>
                  <a:pt x="476250" y="476250"/>
                </a:lnTo>
                <a:cubicBezTo>
                  <a:pt x="493812" y="476250"/>
                  <a:pt x="508000" y="462062"/>
                  <a:pt x="508000" y="444500"/>
                </a:cubicBezTo>
                <a:cubicBezTo>
                  <a:pt x="508000" y="426938"/>
                  <a:pt x="493812" y="412750"/>
                  <a:pt x="476250" y="412750"/>
                </a:cubicBezTo>
                <a:lnTo>
                  <a:pt x="79375" y="412750"/>
                </a:lnTo>
                <a:cubicBezTo>
                  <a:pt x="70644" y="412750"/>
                  <a:pt x="63500" y="405606"/>
                  <a:pt x="63500" y="396875"/>
                </a:cubicBezTo>
                <a:lnTo>
                  <a:pt x="63500" y="63500"/>
                </a:lnTo>
                <a:close/>
                <a:moveTo>
                  <a:pt x="466923" y="149423"/>
                </a:moveTo>
                <a:cubicBezTo>
                  <a:pt x="479326" y="137021"/>
                  <a:pt x="479326" y="116880"/>
                  <a:pt x="466923" y="104477"/>
                </a:cubicBezTo>
                <a:cubicBezTo>
                  <a:pt x="454521" y="92075"/>
                  <a:pt x="434380" y="92075"/>
                  <a:pt x="421977" y="104477"/>
                </a:cubicBezTo>
                <a:lnTo>
                  <a:pt x="317500" y="209054"/>
                </a:lnTo>
                <a:lnTo>
                  <a:pt x="260548" y="152202"/>
                </a:lnTo>
                <a:cubicBezTo>
                  <a:pt x="248146" y="139799"/>
                  <a:pt x="228005" y="139799"/>
                  <a:pt x="215602" y="152202"/>
                </a:cubicBezTo>
                <a:lnTo>
                  <a:pt x="120352" y="247452"/>
                </a:lnTo>
                <a:cubicBezTo>
                  <a:pt x="107950" y="259854"/>
                  <a:pt x="107950" y="279995"/>
                  <a:pt x="120352" y="292398"/>
                </a:cubicBezTo>
                <a:cubicBezTo>
                  <a:pt x="132755" y="304800"/>
                  <a:pt x="152896" y="304800"/>
                  <a:pt x="165298" y="292398"/>
                </a:cubicBezTo>
                <a:lnTo>
                  <a:pt x="238125" y="219571"/>
                </a:lnTo>
                <a:lnTo>
                  <a:pt x="295077" y="276523"/>
                </a:lnTo>
                <a:cubicBezTo>
                  <a:pt x="307479" y="288925"/>
                  <a:pt x="327620" y="288925"/>
                  <a:pt x="340023" y="276523"/>
                </a:cubicBezTo>
                <a:lnTo>
                  <a:pt x="467023" y="149523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9845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Crop Yield Prediction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6000" y="3403600"/>
            <a:ext cx="292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forecasting of crop yields based on soil, weather, and historical data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45000" y="2032000"/>
            <a:ext cx="3429000" cy="3048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11" name="Shape 9"/>
          <p:cNvSpPr/>
          <p:nvPr/>
        </p:nvSpPr>
        <p:spPr>
          <a:xfrm>
            <a:off x="4699000" y="228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46526" y="408285"/>
                </a:moveTo>
                <a:cubicBezTo>
                  <a:pt x="144066" y="415528"/>
                  <a:pt x="142240" y="423069"/>
                  <a:pt x="141129" y="430709"/>
                </a:cubicBezTo>
                <a:cubicBezTo>
                  <a:pt x="129619" y="439440"/>
                  <a:pt x="116126" y="444500"/>
                  <a:pt x="101600" y="444500"/>
                </a:cubicBezTo>
                <a:cubicBezTo>
                  <a:pt x="59531" y="444500"/>
                  <a:pt x="25400" y="401836"/>
                  <a:pt x="25400" y="349250"/>
                </a:cubicBezTo>
                <a:lnTo>
                  <a:pt x="25400" y="63500"/>
                </a:lnTo>
                <a:cubicBezTo>
                  <a:pt x="11351" y="63500"/>
                  <a:pt x="0" y="49312"/>
                  <a:pt x="0" y="31750"/>
                </a:cubicBezTo>
                <a:cubicBezTo>
                  <a:pt x="0" y="14188"/>
                  <a:pt x="11351" y="0"/>
                  <a:pt x="25400" y="0"/>
                </a:cubicBezTo>
                <a:lnTo>
                  <a:pt x="177800" y="0"/>
                </a:lnTo>
                <a:cubicBezTo>
                  <a:pt x="191849" y="0"/>
                  <a:pt x="203200" y="14188"/>
                  <a:pt x="203200" y="31750"/>
                </a:cubicBezTo>
                <a:cubicBezTo>
                  <a:pt x="203200" y="49312"/>
                  <a:pt x="191849" y="63500"/>
                  <a:pt x="177800" y="63500"/>
                </a:cubicBezTo>
                <a:lnTo>
                  <a:pt x="177800" y="317103"/>
                </a:lnTo>
                <a:lnTo>
                  <a:pt x="146526" y="408285"/>
                </a:lnTo>
                <a:close/>
                <a:moveTo>
                  <a:pt x="76200" y="63500"/>
                </a:moveTo>
                <a:lnTo>
                  <a:pt x="76200" y="190500"/>
                </a:lnTo>
                <a:lnTo>
                  <a:pt x="127000" y="190500"/>
                </a:lnTo>
                <a:lnTo>
                  <a:pt x="127000" y="63500"/>
                </a:lnTo>
                <a:lnTo>
                  <a:pt x="76200" y="63500"/>
                </a:lnTo>
                <a:close/>
                <a:moveTo>
                  <a:pt x="279400" y="0"/>
                </a:moveTo>
                <a:lnTo>
                  <a:pt x="406400" y="0"/>
                </a:lnTo>
                <a:cubicBezTo>
                  <a:pt x="420449" y="0"/>
                  <a:pt x="431800" y="14188"/>
                  <a:pt x="431800" y="31750"/>
                </a:cubicBezTo>
                <a:cubicBezTo>
                  <a:pt x="431800" y="49312"/>
                  <a:pt x="420449" y="63500"/>
                  <a:pt x="406400" y="63500"/>
                </a:cubicBezTo>
                <a:lnTo>
                  <a:pt x="406400" y="215702"/>
                </a:lnTo>
                <a:lnTo>
                  <a:pt x="478869" y="427038"/>
                </a:lnTo>
                <a:cubicBezTo>
                  <a:pt x="480695" y="432395"/>
                  <a:pt x="481886" y="438051"/>
                  <a:pt x="482362" y="443905"/>
                </a:cubicBezTo>
                <a:lnTo>
                  <a:pt x="482600" y="444500"/>
                </a:lnTo>
                <a:lnTo>
                  <a:pt x="482362" y="444500"/>
                </a:lnTo>
                <a:cubicBezTo>
                  <a:pt x="482521" y="446286"/>
                  <a:pt x="482600" y="448072"/>
                  <a:pt x="482600" y="449858"/>
                </a:cubicBezTo>
                <a:cubicBezTo>
                  <a:pt x="482600" y="481905"/>
                  <a:pt x="461804" y="508000"/>
                  <a:pt x="436086" y="508000"/>
                </a:cubicBezTo>
                <a:lnTo>
                  <a:pt x="224234" y="508000"/>
                </a:lnTo>
                <a:cubicBezTo>
                  <a:pt x="198596" y="508000"/>
                  <a:pt x="177721" y="482005"/>
                  <a:pt x="177721" y="449858"/>
                </a:cubicBezTo>
                <a:cubicBezTo>
                  <a:pt x="177721" y="448072"/>
                  <a:pt x="177800" y="446286"/>
                  <a:pt x="177959" y="444500"/>
                </a:cubicBezTo>
                <a:lnTo>
                  <a:pt x="177721" y="444500"/>
                </a:lnTo>
                <a:lnTo>
                  <a:pt x="177959" y="443905"/>
                </a:lnTo>
                <a:cubicBezTo>
                  <a:pt x="178435" y="438150"/>
                  <a:pt x="179626" y="432395"/>
                  <a:pt x="181451" y="427038"/>
                </a:cubicBezTo>
                <a:lnTo>
                  <a:pt x="254000" y="215702"/>
                </a:lnTo>
                <a:lnTo>
                  <a:pt x="254000" y="63500"/>
                </a:lnTo>
                <a:cubicBezTo>
                  <a:pt x="239951" y="63500"/>
                  <a:pt x="228600" y="49312"/>
                  <a:pt x="228600" y="31750"/>
                </a:cubicBezTo>
                <a:cubicBezTo>
                  <a:pt x="228600" y="14188"/>
                  <a:pt x="239951" y="0"/>
                  <a:pt x="254000" y="0"/>
                </a:cubicBezTo>
                <a:lnTo>
                  <a:pt x="279400" y="0"/>
                </a:lnTo>
                <a:close/>
                <a:moveTo>
                  <a:pt x="359728" y="240705"/>
                </a:moveTo>
                <a:cubicBezTo>
                  <a:pt x="357029" y="232767"/>
                  <a:pt x="355600" y="224334"/>
                  <a:pt x="355600" y="215702"/>
                </a:cubicBezTo>
                <a:lnTo>
                  <a:pt x="355600" y="63500"/>
                </a:lnTo>
                <a:lnTo>
                  <a:pt x="304800" y="63500"/>
                </a:lnTo>
                <a:lnTo>
                  <a:pt x="304800" y="215702"/>
                </a:lnTo>
                <a:cubicBezTo>
                  <a:pt x="304800" y="224334"/>
                  <a:pt x="303371" y="232767"/>
                  <a:pt x="300673" y="240705"/>
                </a:cubicBezTo>
                <a:lnTo>
                  <a:pt x="274320" y="317500"/>
                </a:lnTo>
                <a:lnTo>
                  <a:pt x="386001" y="317500"/>
                </a:lnTo>
                <a:lnTo>
                  <a:pt x="359648" y="240705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699000" y="2984500"/>
            <a:ext cx="304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Fertilizer Recommendation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99000" y="3403600"/>
            <a:ext cx="292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nutrient recommendations tailored to soil conditions and crop type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28000" y="2032000"/>
            <a:ext cx="3429000" cy="3048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8382000" y="228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51908" y="238125"/>
                </a:moveTo>
                <a:lnTo>
                  <a:pt x="296686" y="238125"/>
                </a:lnTo>
                <a:cubicBezTo>
                  <a:pt x="281076" y="238125"/>
                  <a:pt x="268464" y="223937"/>
                  <a:pt x="268464" y="206375"/>
                </a:cubicBezTo>
                <a:lnTo>
                  <a:pt x="268464" y="31750"/>
                </a:lnTo>
                <a:cubicBezTo>
                  <a:pt x="268464" y="14188"/>
                  <a:pt x="281164" y="-198"/>
                  <a:pt x="296598" y="2084"/>
                </a:cubicBezTo>
                <a:cubicBezTo>
                  <a:pt x="390966" y="16173"/>
                  <a:pt x="465755" y="100310"/>
                  <a:pt x="478278" y="206474"/>
                </a:cubicBezTo>
                <a:cubicBezTo>
                  <a:pt x="480307" y="223838"/>
                  <a:pt x="467519" y="238125"/>
                  <a:pt x="451908" y="238125"/>
                </a:cubicBezTo>
                <a:close/>
                <a:moveTo>
                  <a:pt x="196321" y="36909"/>
                </a:moveTo>
                <a:cubicBezTo>
                  <a:pt x="212284" y="33139"/>
                  <a:pt x="226131" y="47823"/>
                  <a:pt x="226131" y="66179"/>
                </a:cubicBezTo>
                <a:lnTo>
                  <a:pt x="226131" y="261937"/>
                </a:lnTo>
                <a:cubicBezTo>
                  <a:pt x="226131" y="267494"/>
                  <a:pt x="227894" y="272852"/>
                  <a:pt x="230981" y="277118"/>
                </a:cubicBezTo>
                <a:lnTo>
                  <a:pt x="347486" y="435273"/>
                </a:lnTo>
                <a:cubicBezTo>
                  <a:pt x="357805" y="449263"/>
                  <a:pt x="355600" y="470396"/>
                  <a:pt x="341401" y="479028"/>
                </a:cubicBezTo>
                <a:cubicBezTo>
                  <a:pt x="311326" y="497483"/>
                  <a:pt x="276842" y="508000"/>
                  <a:pt x="240242" y="508000"/>
                </a:cubicBezTo>
                <a:cubicBezTo>
                  <a:pt x="123384" y="508000"/>
                  <a:pt x="28575" y="401340"/>
                  <a:pt x="28575" y="269875"/>
                </a:cubicBezTo>
                <a:cubicBezTo>
                  <a:pt x="28575" y="155277"/>
                  <a:pt x="100453" y="59630"/>
                  <a:pt x="196321" y="36909"/>
                </a:cubicBezTo>
                <a:close/>
                <a:moveTo>
                  <a:pt x="421393" y="285750"/>
                </a:moveTo>
                <a:lnTo>
                  <a:pt x="477838" y="285750"/>
                </a:lnTo>
                <a:cubicBezTo>
                  <a:pt x="494153" y="285750"/>
                  <a:pt x="507206" y="301327"/>
                  <a:pt x="503855" y="319286"/>
                </a:cubicBezTo>
                <a:cubicBezTo>
                  <a:pt x="494859" y="367308"/>
                  <a:pt x="472987" y="409972"/>
                  <a:pt x="442472" y="442516"/>
                </a:cubicBezTo>
                <a:cubicBezTo>
                  <a:pt x="431624" y="454124"/>
                  <a:pt x="414602" y="451644"/>
                  <a:pt x="405077" y="438646"/>
                </a:cubicBezTo>
                <a:lnTo>
                  <a:pt x="330641" y="337741"/>
                </a:lnTo>
                <a:cubicBezTo>
                  <a:pt x="315383" y="317004"/>
                  <a:pt x="328524" y="285750"/>
                  <a:pt x="352337" y="285750"/>
                </a:cubicBezTo>
                <a:lnTo>
                  <a:pt x="421305" y="28575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382000" y="29845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Analytics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82000" y="3403600"/>
            <a:ext cx="292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analysis of agricultural production patterns and trends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811000" y="2032000"/>
            <a:ext cx="3683000" cy="3048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12065000" y="228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67406" y="-3175"/>
                </a:moveTo>
                <a:cubicBezTo>
                  <a:pt x="266435" y="-8334"/>
                  <a:pt x="263349" y="-12601"/>
                  <a:pt x="259027" y="-14684"/>
                </a:cubicBezTo>
                <a:cubicBezTo>
                  <a:pt x="254706" y="-16768"/>
                  <a:pt x="249767" y="-16173"/>
                  <a:pt x="245886" y="-13295"/>
                </a:cubicBezTo>
                <a:lnTo>
                  <a:pt x="183444" y="33338"/>
                </a:lnTo>
                <a:lnTo>
                  <a:pt x="121091" y="-13196"/>
                </a:lnTo>
                <a:cubicBezTo>
                  <a:pt x="117210" y="-16073"/>
                  <a:pt x="112272" y="-16669"/>
                  <a:pt x="107950" y="-14585"/>
                </a:cubicBezTo>
                <a:cubicBezTo>
                  <a:pt x="103628" y="-12502"/>
                  <a:pt x="100453" y="-8235"/>
                  <a:pt x="99572" y="-3076"/>
                </a:cubicBezTo>
                <a:lnTo>
                  <a:pt x="84667" y="79375"/>
                </a:lnTo>
                <a:lnTo>
                  <a:pt x="11289" y="96044"/>
                </a:lnTo>
                <a:cubicBezTo>
                  <a:pt x="6703" y="97135"/>
                  <a:pt x="2910" y="100608"/>
                  <a:pt x="1058" y="105470"/>
                </a:cubicBezTo>
                <a:cubicBezTo>
                  <a:pt x="-794" y="110331"/>
                  <a:pt x="-265" y="115888"/>
                  <a:pt x="2293" y="120253"/>
                </a:cubicBezTo>
                <a:lnTo>
                  <a:pt x="43744" y="190500"/>
                </a:lnTo>
                <a:lnTo>
                  <a:pt x="2381" y="260648"/>
                </a:lnTo>
                <a:cubicBezTo>
                  <a:pt x="-176" y="265013"/>
                  <a:pt x="-706" y="270570"/>
                  <a:pt x="1147" y="275431"/>
                </a:cubicBezTo>
                <a:cubicBezTo>
                  <a:pt x="2999" y="280293"/>
                  <a:pt x="6791" y="283865"/>
                  <a:pt x="11377" y="284857"/>
                </a:cubicBezTo>
                <a:lnTo>
                  <a:pt x="84667" y="301625"/>
                </a:lnTo>
                <a:lnTo>
                  <a:pt x="99483" y="384175"/>
                </a:lnTo>
                <a:cubicBezTo>
                  <a:pt x="100453" y="389334"/>
                  <a:pt x="103540" y="393601"/>
                  <a:pt x="107862" y="395684"/>
                </a:cubicBezTo>
                <a:cubicBezTo>
                  <a:pt x="112183" y="397768"/>
                  <a:pt x="117122" y="397173"/>
                  <a:pt x="121003" y="394295"/>
                </a:cubicBezTo>
                <a:lnTo>
                  <a:pt x="180358" y="350044"/>
                </a:lnTo>
                <a:cubicBezTo>
                  <a:pt x="166423" y="330795"/>
                  <a:pt x="157427" y="306884"/>
                  <a:pt x="155487" y="280690"/>
                </a:cubicBezTo>
                <a:cubicBezTo>
                  <a:pt x="122414" y="267692"/>
                  <a:pt x="98690" y="232370"/>
                  <a:pt x="98690" y="190698"/>
                </a:cubicBezTo>
                <a:cubicBezTo>
                  <a:pt x="98690" y="138113"/>
                  <a:pt x="136613" y="95448"/>
                  <a:pt x="183356" y="95448"/>
                </a:cubicBezTo>
                <a:cubicBezTo>
                  <a:pt x="202494" y="95448"/>
                  <a:pt x="220222" y="102592"/>
                  <a:pt x="234333" y="114697"/>
                </a:cubicBezTo>
                <a:cubicBezTo>
                  <a:pt x="248003" y="97234"/>
                  <a:pt x="266876" y="84931"/>
                  <a:pt x="288219" y="80962"/>
                </a:cubicBezTo>
                <a:lnTo>
                  <a:pt x="282222" y="79375"/>
                </a:lnTo>
                <a:lnTo>
                  <a:pt x="267406" y="-3175"/>
                </a:lnTo>
                <a:close/>
                <a:moveTo>
                  <a:pt x="214313" y="157857"/>
                </a:moveTo>
                <a:cubicBezTo>
                  <a:pt x="206551" y="148630"/>
                  <a:pt x="195615" y="142875"/>
                  <a:pt x="183444" y="142875"/>
                </a:cubicBezTo>
                <a:cubicBezTo>
                  <a:pt x="160073" y="142875"/>
                  <a:pt x="141111" y="164207"/>
                  <a:pt x="141111" y="190500"/>
                </a:cubicBezTo>
                <a:cubicBezTo>
                  <a:pt x="141111" y="207367"/>
                  <a:pt x="148960" y="222250"/>
                  <a:pt x="160690" y="230684"/>
                </a:cubicBezTo>
                <a:cubicBezTo>
                  <a:pt x="169686" y="199529"/>
                  <a:pt x="189001" y="173732"/>
                  <a:pt x="214224" y="158254"/>
                </a:cubicBezTo>
                <a:lnTo>
                  <a:pt x="214312" y="157857"/>
                </a:lnTo>
                <a:close/>
                <a:moveTo>
                  <a:pt x="268111" y="349250"/>
                </a:moveTo>
                <a:lnTo>
                  <a:pt x="437444" y="349250"/>
                </a:lnTo>
                <a:cubicBezTo>
                  <a:pt x="476426" y="349250"/>
                  <a:pt x="508000" y="313730"/>
                  <a:pt x="508000" y="269875"/>
                </a:cubicBezTo>
                <a:cubicBezTo>
                  <a:pt x="508000" y="236240"/>
                  <a:pt x="489391" y="207466"/>
                  <a:pt x="463109" y="195957"/>
                </a:cubicBezTo>
                <a:cubicBezTo>
                  <a:pt x="464785" y="189210"/>
                  <a:pt x="465667" y="182066"/>
                  <a:pt x="465667" y="174625"/>
                </a:cubicBezTo>
                <a:cubicBezTo>
                  <a:pt x="465667" y="130770"/>
                  <a:pt x="434093" y="95250"/>
                  <a:pt x="395111" y="95250"/>
                </a:cubicBezTo>
                <a:cubicBezTo>
                  <a:pt x="367947" y="95250"/>
                  <a:pt x="344399" y="112514"/>
                  <a:pt x="332581" y="137716"/>
                </a:cubicBezTo>
                <a:cubicBezTo>
                  <a:pt x="324379" y="130969"/>
                  <a:pt x="314325" y="127000"/>
                  <a:pt x="303389" y="127000"/>
                </a:cubicBezTo>
                <a:cubicBezTo>
                  <a:pt x="276137" y="127000"/>
                  <a:pt x="254000" y="151904"/>
                  <a:pt x="254000" y="182563"/>
                </a:cubicBezTo>
                <a:cubicBezTo>
                  <a:pt x="254000" y="185737"/>
                  <a:pt x="254265" y="188913"/>
                  <a:pt x="254706" y="191889"/>
                </a:cubicBezTo>
                <a:cubicBezTo>
                  <a:pt x="222162" y="198934"/>
                  <a:pt x="197556" y="231180"/>
                  <a:pt x="197556" y="269875"/>
                </a:cubicBezTo>
                <a:cubicBezTo>
                  <a:pt x="197556" y="313730"/>
                  <a:pt x="229129" y="349250"/>
                  <a:pt x="268111" y="349250"/>
                </a:cubicBezTo>
                <a:close/>
                <a:moveTo>
                  <a:pt x="251354" y="397966"/>
                </a:moveTo>
                <a:cubicBezTo>
                  <a:pt x="240242" y="393799"/>
                  <a:pt x="228247" y="400546"/>
                  <a:pt x="224543" y="413048"/>
                </a:cubicBezTo>
                <a:lnTo>
                  <a:pt x="205669" y="476647"/>
                </a:lnTo>
                <a:cubicBezTo>
                  <a:pt x="201965" y="489148"/>
                  <a:pt x="207963" y="502642"/>
                  <a:pt x="219075" y="506809"/>
                </a:cubicBezTo>
                <a:cubicBezTo>
                  <a:pt x="230188" y="510977"/>
                  <a:pt x="242182" y="504230"/>
                  <a:pt x="245886" y="491728"/>
                </a:cubicBezTo>
                <a:lnTo>
                  <a:pt x="264760" y="428129"/>
                </a:lnTo>
                <a:cubicBezTo>
                  <a:pt x="268464" y="415627"/>
                  <a:pt x="262467" y="402134"/>
                  <a:pt x="251354" y="397966"/>
                </a:cubicBezTo>
                <a:close/>
                <a:moveTo>
                  <a:pt x="357188" y="397966"/>
                </a:moveTo>
                <a:cubicBezTo>
                  <a:pt x="346075" y="393799"/>
                  <a:pt x="334081" y="400546"/>
                  <a:pt x="330376" y="413048"/>
                </a:cubicBezTo>
                <a:lnTo>
                  <a:pt x="311503" y="476647"/>
                </a:lnTo>
                <a:cubicBezTo>
                  <a:pt x="307799" y="489148"/>
                  <a:pt x="313796" y="502642"/>
                  <a:pt x="324908" y="506809"/>
                </a:cubicBezTo>
                <a:cubicBezTo>
                  <a:pt x="336021" y="510977"/>
                  <a:pt x="348015" y="504230"/>
                  <a:pt x="351719" y="491728"/>
                </a:cubicBezTo>
                <a:lnTo>
                  <a:pt x="370593" y="428129"/>
                </a:lnTo>
                <a:cubicBezTo>
                  <a:pt x="374297" y="415627"/>
                  <a:pt x="368300" y="402134"/>
                  <a:pt x="357188" y="397966"/>
                </a:cubicBezTo>
                <a:close/>
                <a:moveTo>
                  <a:pt x="463021" y="397966"/>
                </a:moveTo>
                <a:cubicBezTo>
                  <a:pt x="451908" y="393799"/>
                  <a:pt x="439914" y="400546"/>
                  <a:pt x="436210" y="413048"/>
                </a:cubicBezTo>
                <a:lnTo>
                  <a:pt x="417336" y="476647"/>
                </a:lnTo>
                <a:cubicBezTo>
                  <a:pt x="413632" y="489148"/>
                  <a:pt x="419629" y="502642"/>
                  <a:pt x="430742" y="506809"/>
                </a:cubicBezTo>
                <a:cubicBezTo>
                  <a:pt x="441854" y="510977"/>
                  <a:pt x="453849" y="504230"/>
                  <a:pt x="457553" y="491728"/>
                </a:cubicBezTo>
                <a:lnTo>
                  <a:pt x="476426" y="428129"/>
                </a:lnTo>
                <a:cubicBezTo>
                  <a:pt x="480131" y="415627"/>
                  <a:pt x="474133" y="402134"/>
                  <a:pt x="463021" y="39796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12065000" y="2984500"/>
            <a:ext cx="317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Weather Analysis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065000" y="3403600"/>
            <a:ext cx="3175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 pattern intelligence for informed farming decisions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2000" y="5334000"/>
            <a:ext cx="3429000" cy="3048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6000" y="558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30684" y="5159"/>
                </a:moveTo>
                <a:cubicBezTo>
                  <a:pt x="245467" y="-1687"/>
                  <a:pt x="262533" y="-1687"/>
                  <a:pt x="277316" y="5159"/>
                </a:cubicBezTo>
                <a:lnTo>
                  <a:pt x="494209" y="105370"/>
                </a:lnTo>
                <a:cubicBezTo>
                  <a:pt x="502642" y="109240"/>
                  <a:pt x="508000" y="117673"/>
                  <a:pt x="508000" y="127000"/>
                </a:cubicBezTo>
                <a:cubicBezTo>
                  <a:pt x="508000" y="136327"/>
                  <a:pt x="502642" y="144760"/>
                  <a:pt x="494209" y="148630"/>
                </a:cubicBezTo>
                <a:lnTo>
                  <a:pt x="277316" y="248841"/>
                </a:lnTo>
                <a:cubicBezTo>
                  <a:pt x="262533" y="255687"/>
                  <a:pt x="245467" y="255687"/>
                  <a:pt x="230684" y="248841"/>
                </a:cubicBezTo>
                <a:lnTo>
                  <a:pt x="13791" y="148630"/>
                </a:lnTo>
                <a:cubicBezTo>
                  <a:pt x="5358" y="144661"/>
                  <a:pt x="0" y="136227"/>
                  <a:pt x="0" y="127000"/>
                </a:cubicBezTo>
                <a:cubicBezTo>
                  <a:pt x="0" y="117773"/>
                  <a:pt x="5358" y="109240"/>
                  <a:pt x="13791" y="105370"/>
                </a:cubicBezTo>
                <a:lnTo>
                  <a:pt x="230684" y="5159"/>
                </a:lnTo>
                <a:close/>
                <a:moveTo>
                  <a:pt x="47724" y="216694"/>
                </a:moveTo>
                <a:lnTo>
                  <a:pt x="210741" y="292001"/>
                </a:lnTo>
                <a:cubicBezTo>
                  <a:pt x="238224" y="304701"/>
                  <a:pt x="269875" y="304701"/>
                  <a:pt x="297359" y="292001"/>
                </a:cubicBezTo>
                <a:lnTo>
                  <a:pt x="460375" y="216694"/>
                </a:lnTo>
                <a:lnTo>
                  <a:pt x="494209" y="232370"/>
                </a:lnTo>
                <a:cubicBezTo>
                  <a:pt x="502642" y="236240"/>
                  <a:pt x="508000" y="244673"/>
                  <a:pt x="508000" y="254000"/>
                </a:cubicBezTo>
                <a:cubicBezTo>
                  <a:pt x="508000" y="263327"/>
                  <a:pt x="502642" y="271760"/>
                  <a:pt x="494209" y="275630"/>
                </a:cubicBezTo>
                <a:lnTo>
                  <a:pt x="277316" y="375841"/>
                </a:lnTo>
                <a:cubicBezTo>
                  <a:pt x="262533" y="382687"/>
                  <a:pt x="245467" y="382687"/>
                  <a:pt x="230684" y="375841"/>
                </a:cubicBezTo>
                <a:lnTo>
                  <a:pt x="13791" y="275630"/>
                </a:lnTo>
                <a:cubicBezTo>
                  <a:pt x="5358" y="271661"/>
                  <a:pt x="0" y="263227"/>
                  <a:pt x="0" y="254000"/>
                </a:cubicBezTo>
                <a:cubicBezTo>
                  <a:pt x="0" y="244773"/>
                  <a:pt x="5358" y="236240"/>
                  <a:pt x="13791" y="232370"/>
                </a:cubicBezTo>
                <a:lnTo>
                  <a:pt x="47625" y="216694"/>
                </a:lnTo>
                <a:close/>
                <a:moveTo>
                  <a:pt x="13791" y="359370"/>
                </a:moveTo>
                <a:lnTo>
                  <a:pt x="47625" y="343694"/>
                </a:lnTo>
                <a:lnTo>
                  <a:pt x="210641" y="419001"/>
                </a:lnTo>
                <a:cubicBezTo>
                  <a:pt x="238125" y="431701"/>
                  <a:pt x="269776" y="431701"/>
                  <a:pt x="297259" y="419001"/>
                </a:cubicBezTo>
                <a:lnTo>
                  <a:pt x="460276" y="343694"/>
                </a:lnTo>
                <a:lnTo>
                  <a:pt x="494109" y="359370"/>
                </a:lnTo>
                <a:cubicBezTo>
                  <a:pt x="502543" y="363240"/>
                  <a:pt x="507901" y="371673"/>
                  <a:pt x="507901" y="381000"/>
                </a:cubicBezTo>
                <a:cubicBezTo>
                  <a:pt x="507901" y="390327"/>
                  <a:pt x="502543" y="398760"/>
                  <a:pt x="494109" y="402630"/>
                </a:cubicBezTo>
                <a:lnTo>
                  <a:pt x="277217" y="502841"/>
                </a:lnTo>
                <a:cubicBezTo>
                  <a:pt x="262434" y="509687"/>
                  <a:pt x="245368" y="509687"/>
                  <a:pt x="230584" y="502841"/>
                </a:cubicBezTo>
                <a:lnTo>
                  <a:pt x="13791" y="402630"/>
                </a:lnTo>
                <a:cubicBezTo>
                  <a:pt x="5358" y="398661"/>
                  <a:pt x="0" y="390227"/>
                  <a:pt x="0" y="381000"/>
                </a:cubicBezTo>
                <a:cubicBezTo>
                  <a:pt x="0" y="371773"/>
                  <a:pt x="5358" y="363240"/>
                  <a:pt x="13791" y="359370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000" y="62865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Soil Analysis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16000" y="6705600"/>
            <a:ext cx="292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soil nutrient profiling including N, P, K levels and pH analysis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445000" y="5334000"/>
            <a:ext cx="3429000" cy="3048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4699000" y="558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9400" y="0"/>
                </a:moveTo>
                <a:cubicBezTo>
                  <a:pt x="279400" y="-17562"/>
                  <a:pt x="268049" y="-31750"/>
                  <a:pt x="254000" y="-31750"/>
                </a:cubicBezTo>
                <a:cubicBezTo>
                  <a:pt x="239951" y="-31750"/>
                  <a:pt x="228600" y="-17562"/>
                  <a:pt x="228600" y="0"/>
                </a:cubicBezTo>
                <a:lnTo>
                  <a:pt x="228600" y="63500"/>
                </a:lnTo>
                <a:lnTo>
                  <a:pt x="152400" y="63500"/>
                </a:lnTo>
                <a:cubicBezTo>
                  <a:pt x="110331" y="63500"/>
                  <a:pt x="76200" y="106164"/>
                  <a:pt x="76200" y="158750"/>
                </a:cubicBezTo>
                <a:lnTo>
                  <a:pt x="76200" y="381000"/>
                </a:lnTo>
                <a:cubicBezTo>
                  <a:pt x="76200" y="433586"/>
                  <a:pt x="110331" y="476250"/>
                  <a:pt x="152400" y="476250"/>
                </a:cubicBezTo>
                <a:lnTo>
                  <a:pt x="355600" y="476250"/>
                </a:lnTo>
                <a:cubicBezTo>
                  <a:pt x="397669" y="476250"/>
                  <a:pt x="431800" y="433586"/>
                  <a:pt x="431800" y="381000"/>
                </a:cubicBezTo>
                <a:lnTo>
                  <a:pt x="431800" y="158750"/>
                </a:lnTo>
                <a:cubicBezTo>
                  <a:pt x="431800" y="106164"/>
                  <a:pt x="397669" y="63500"/>
                  <a:pt x="355600" y="63500"/>
                </a:cubicBezTo>
                <a:lnTo>
                  <a:pt x="279400" y="63500"/>
                </a:lnTo>
                <a:lnTo>
                  <a:pt x="279400" y="0"/>
                </a:lnTo>
                <a:close/>
                <a:moveTo>
                  <a:pt x="127000" y="365125"/>
                </a:moveTo>
                <a:cubicBezTo>
                  <a:pt x="127000" y="351929"/>
                  <a:pt x="135493" y="341313"/>
                  <a:pt x="146050" y="341313"/>
                </a:cubicBezTo>
                <a:lnTo>
                  <a:pt x="171450" y="341313"/>
                </a:lnTo>
                <a:cubicBezTo>
                  <a:pt x="182007" y="341313"/>
                  <a:pt x="190500" y="351929"/>
                  <a:pt x="190500" y="365125"/>
                </a:cubicBezTo>
                <a:cubicBezTo>
                  <a:pt x="190500" y="378321"/>
                  <a:pt x="182007" y="388938"/>
                  <a:pt x="171450" y="388938"/>
                </a:cubicBezTo>
                <a:lnTo>
                  <a:pt x="146050" y="388938"/>
                </a:lnTo>
                <a:cubicBezTo>
                  <a:pt x="135493" y="388938"/>
                  <a:pt x="127000" y="378321"/>
                  <a:pt x="127000" y="365125"/>
                </a:cubicBezTo>
                <a:close/>
                <a:moveTo>
                  <a:pt x="222250" y="365125"/>
                </a:moveTo>
                <a:cubicBezTo>
                  <a:pt x="222250" y="351929"/>
                  <a:pt x="230743" y="341313"/>
                  <a:pt x="241300" y="341313"/>
                </a:cubicBezTo>
                <a:lnTo>
                  <a:pt x="266700" y="341313"/>
                </a:lnTo>
                <a:cubicBezTo>
                  <a:pt x="277257" y="341313"/>
                  <a:pt x="285750" y="351929"/>
                  <a:pt x="285750" y="365125"/>
                </a:cubicBezTo>
                <a:cubicBezTo>
                  <a:pt x="285750" y="378321"/>
                  <a:pt x="277257" y="388938"/>
                  <a:pt x="266700" y="388938"/>
                </a:cubicBezTo>
                <a:lnTo>
                  <a:pt x="241300" y="388938"/>
                </a:lnTo>
                <a:cubicBezTo>
                  <a:pt x="230743" y="388938"/>
                  <a:pt x="222250" y="378321"/>
                  <a:pt x="222250" y="365125"/>
                </a:cubicBezTo>
                <a:close/>
                <a:moveTo>
                  <a:pt x="317500" y="365125"/>
                </a:moveTo>
                <a:cubicBezTo>
                  <a:pt x="317500" y="351929"/>
                  <a:pt x="325993" y="341313"/>
                  <a:pt x="336550" y="341313"/>
                </a:cubicBezTo>
                <a:lnTo>
                  <a:pt x="361950" y="341313"/>
                </a:lnTo>
                <a:cubicBezTo>
                  <a:pt x="372507" y="341313"/>
                  <a:pt x="381000" y="351929"/>
                  <a:pt x="381000" y="365125"/>
                </a:cubicBezTo>
                <a:cubicBezTo>
                  <a:pt x="381000" y="378321"/>
                  <a:pt x="372507" y="388938"/>
                  <a:pt x="361950" y="388938"/>
                </a:cubicBezTo>
                <a:lnTo>
                  <a:pt x="336550" y="388938"/>
                </a:lnTo>
                <a:cubicBezTo>
                  <a:pt x="325993" y="388938"/>
                  <a:pt x="317500" y="378321"/>
                  <a:pt x="317500" y="365125"/>
                </a:cubicBezTo>
                <a:close/>
                <a:moveTo>
                  <a:pt x="177800" y="174625"/>
                </a:moveTo>
                <a:cubicBezTo>
                  <a:pt x="198828" y="174625"/>
                  <a:pt x="215900" y="195965"/>
                  <a:pt x="215900" y="222250"/>
                </a:cubicBezTo>
                <a:cubicBezTo>
                  <a:pt x="215900" y="248535"/>
                  <a:pt x="198828" y="269875"/>
                  <a:pt x="177800" y="269875"/>
                </a:cubicBezTo>
                <a:cubicBezTo>
                  <a:pt x="156772" y="269875"/>
                  <a:pt x="139700" y="248535"/>
                  <a:pt x="139700" y="222250"/>
                </a:cubicBezTo>
                <a:cubicBezTo>
                  <a:pt x="139700" y="195965"/>
                  <a:pt x="156772" y="174625"/>
                  <a:pt x="177800" y="174625"/>
                </a:cubicBezTo>
                <a:close/>
                <a:moveTo>
                  <a:pt x="292100" y="222250"/>
                </a:moveTo>
                <a:cubicBezTo>
                  <a:pt x="292100" y="195965"/>
                  <a:pt x="309172" y="174625"/>
                  <a:pt x="330200" y="174625"/>
                </a:cubicBezTo>
                <a:cubicBezTo>
                  <a:pt x="351228" y="174625"/>
                  <a:pt x="368300" y="195965"/>
                  <a:pt x="368300" y="222250"/>
                </a:cubicBezTo>
                <a:cubicBezTo>
                  <a:pt x="368300" y="248535"/>
                  <a:pt x="351228" y="269875"/>
                  <a:pt x="330200" y="269875"/>
                </a:cubicBezTo>
                <a:cubicBezTo>
                  <a:pt x="309172" y="269875"/>
                  <a:pt x="292100" y="248535"/>
                  <a:pt x="292100" y="222250"/>
                </a:cubicBezTo>
                <a:close/>
                <a:moveTo>
                  <a:pt x="50800" y="222250"/>
                </a:moveTo>
                <a:cubicBezTo>
                  <a:pt x="50800" y="204688"/>
                  <a:pt x="39449" y="190500"/>
                  <a:pt x="25400" y="190500"/>
                </a:cubicBezTo>
                <a:cubicBezTo>
                  <a:pt x="11351" y="190500"/>
                  <a:pt x="0" y="204688"/>
                  <a:pt x="0" y="222250"/>
                </a:cubicBezTo>
                <a:lnTo>
                  <a:pt x="0" y="317500"/>
                </a:lnTo>
                <a:cubicBezTo>
                  <a:pt x="0" y="335062"/>
                  <a:pt x="11351" y="349250"/>
                  <a:pt x="25400" y="349250"/>
                </a:cubicBezTo>
                <a:cubicBezTo>
                  <a:pt x="39449" y="349250"/>
                  <a:pt x="50800" y="335062"/>
                  <a:pt x="50800" y="317500"/>
                </a:cubicBezTo>
                <a:lnTo>
                  <a:pt x="50800" y="222250"/>
                </a:lnTo>
                <a:close/>
                <a:moveTo>
                  <a:pt x="482600" y="190500"/>
                </a:moveTo>
                <a:cubicBezTo>
                  <a:pt x="468551" y="190500"/>
                  <a:pt x="457200" y="204688"/>
                  <a:pt x="457200" y="222250"/>
                </a:cubicBezTo>
                <a:lnTo>
                  <a:pt x="457200" y="317500"/>
                </a:lnTo>
                <a:cubicBezTo>
                  <a:pt x="457200" y="335062"/>
                  <a:pt x="468551" y="349250"/>
                  <a:pt x="482600" y="349250"/>
                </a:cubicBezTo>
                <a:cubicBezTo>
                  <a:pt x="496649" y="349250"/>
                  <a:pt x="508000" y="335062"/>
                  <a:pt x="508000" y="317500"/>
                </a:cubicBezTo>
                <a:lnTo>
                  <a:pt x="508000" y="222250"/>
                </a:lnTo>
                <a:cubicBezTo>
                  <a:pt x="508000" y="204688"/>
                  <a:pt x="496649" y="190500"/>
                  <a:pt x="482600" y="190500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28" name="Text 26"/>
          <p:cNvSpPr/>
          <p:nvPr/>
        </p:nvSpPr>
        <p:spPr>
          <a:xfrm>
            <a:off x="4699000" y="62865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Support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699000" y="6705600"/>
            <a:ext cx="292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recommendations powered by machine learning algorithms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28000" y="5334000"/>
            <a:ext cx="3429000" cy="3048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31" name="Shape 29"/>
          <p:cNvSpPr/>
          <p:nvPr/>
        </p:nvSpPr>
        <p:spPr>
          <a:xfrm>
            <a:off x="8382000" y="558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31750"/>
                </a:moveTo>
                <a:cubicBezTo>
                  <a:pt x="28476" y="31750"/>
                  <a:pt x="0" y="60226"/>
                  <a:pt x="0" y="95250"/>
                </a:cubicBezTo>
                <a:lnTo>
                  <a:pt x="0" y="349250"/>
                </a:lnTo>
                <a:cubicBezTo>
                  <a:pt x="0" y="384274"/>
                  <a:pt x="28476" y="412750"/>
                  <a:pt x="63500" y="412750"/>
                </a:cubicBezTo>
                <a:lnTo>
                  <a:pt x="206375" y="412750"/>
                </a:lnTo>
                <a:lnTo>
                  <a:pt x="190500" y="460375"/>
                </a:lnTo>
                <a:lnTo>
                  <a:pt x="119063" y="460375"/>
                </a:lnTo>
                <a:cubicBezTo>
                  <a:pt x="105866" y="460375"/>
                  <a:pt x="95250" y="470991"/>
                  <a:pt x="95250" y="484187"/>
                </a:cubicBezTo>
                <a:cubicBezTo>
                  <a:pt x="95250" y="497384"/>
                  <a:pt x="105866" y="508000"/>
                  <a:pt x="119063" y="508000"/>
                </a:cubicBezTo>
                <a:lnTo>
                  <a:pt x="388938" y="508000"/>
                </a:lnTo>
                <a:cubicBezTo>
                  <a:pt x="402134" y="508000"/>
                  <a:pt x="412750" y="497384"/>
                  <a:pt x="412750" y="484187"/>
                </a:cubicBezTo>
                <a:cubicBezTo>
                  <a:pt x="412750" y="470991"/>
                  <a:pt x="402134" y="460375"/>
                  <a:pt x="388938" y="460375"/>
                </a:cubicBezTo>
                <a:lnTo>
                  <a:pt x="317500" y="460375"/>
                </a:lnTo>
                <a:lnTo>
                  <a:pt x="301625" y="412750"/>
                </a:lnTo>
                <a:lnTo>
                  <a:pt x="444500" y="412750"/>
                </a:lnTo>
                <a:cubicBezTo>
                  <a:pt x="479524" y="412750"/>
                  <a:pt x="508000" y="384274"/>
                  <a:pt x="508000" y="349250"/>
                </a:cubicBezTo>
                <a:lnTo>
                  <a:pt x="508000" y="95250"/>
                </a:lnTo>
                <a:cubicBezTo>
                  <a:pt x="508000" y="60226"/>
                  <a:pt x="479524" y="31750"/>
                  <a:pt x="444500" y="31750"/>
                </a:cubicBezTo>
                <a:lnTo>
                  <a:pt x="63500" y="31750"/>
                </a:lnTo>
                <a:close/>
                <a:moveTo>
                  <a:pt x="95250" y="95250"/>
                </a:moveTo>
                <a:lnTo>
                  <a:pt x="412750" y="95250"/>
                </a:lnTo>
                <a:cubicBezTo>
                  <a:pt x="430312" y="95250"/>
                  <a:pt x="444500" y="109438"/>
                  <a:pt x="444500" y="127000"/>
                </a:cubicBezTo>
                <a:lnTo>
                  <a:pt x="444500" y="285750"/>
                </a:lnTo>
                <a:cubicBezTo>
                  <a:pt x="444500" y="303312"/>
                  <a:pt x="430312" y="317500"/>
                  <a:pt x="412750" y="317500"/>
                </a:cubicBezTo>
                <a:lnTo>
                  <a:pt x="95250" y="317500"/>
                </a:lnTo>
                <a:cubicBezTo>
                  <a:pt x="77688" y="317500"/>
                  <a:pt x="63500" y="303312"/>
                  <a:pt x="63500" y="285750"/>
                </a:cubicBezTo>
                <a:lnTo>
                  <a:pt x="63500" y="127000"/>
                </a:lnTo>
                <a:cubicBezTo>
                  <a:pt x="63500" y="109438"/>
                  <a:pt x="77688" y="95250"/>
                  <a:pt x="95250" y="95250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32" name="Text 30"/>
          <p:cNvSpPr/>
          <p:nvPr/>
        </p:nvSpPr>
        <p:spPr>
          <a:xfrm>
            <a:off x="8382000" y="62865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Dashboards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382000" y="6705600"/>
            <a:ext cx="292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visual dashboards with filters and drill-down capabilities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1811000" y="5334000"/>
            <a:ext cx="3683000" cy="3048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35" name="Shape 33"/>
          <p:cNvSpPr/>
          <p:nvPr/>
        </p:nvSpPr>
        <p:spPr>
          <a:xfrm>
            <a:off x="12065000" y="558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63500"/>
                </a:moveTo>
                <a:cubicBezTo>
                  <a:pt x="0" y="28476"/>
                  <a:pt x="37968" y="0"/>
                  <a:pt x="84667" y="0"/>
                </a:cubicBezTo>
                <a:lnTo>
                  <a:pt x="282443" y="0"/>
                </a:lnTo>
                <a:cubicBezTo>
                  <a:pt x="304932" y="0"/>
                  <a:pt x="326496" y="6648"/>
                  <a:pt x="342371" y="18554"/>
                </a:cubicBezTo>
                <a:lnTo>
                  <a:pt x="483261" y="124321"/>
                </a:lnTo>
                <a:cubicBezTo>
                  <a:pt x="499136" y="136227"/>
                  <a:pt x="508000" y="152400"/>
                  <a:pt x="508000" y="169267"/>
                </a:cubicBezTo>
                <a:lnTo>
                  <a:pt x="508000" y="444500"/>
                </a:lnTo>
                <a:cubicBezTo>
                  <a:pt x="508000" y="479524"/>
                  <a:pt x="470032" y="508000"/>
                  <a:pt x="423333" y="508000"/>
                </a:cubicBezTo>
                <a:lnTo>
                  <a:pt x="84667" y="508000"/>
                </a:lnTo>
                <a:cubicBezTo>
                  <a:pt x="37968" y="508000"/>
                  <a:pt x="0" y="479524"/>
                  <a:pt x="0" y="444500"/>
                </a:cubicBezTo>
                <a:lnTo>
                  <a:pt x="0" y="63500"/>
                </a:lnTo>
                <a:close/>
                <a:moveTo>
                  <a:pt x="275167" y="58043"/>
                </a:moveTo>
                <a:lnTo>
                  <a:pt x="275167" y="150813"/>
                </a:lnTo>
                <a:cubicBezTo>
                  <a:pt x="275167" y="164009"/>
                  <a:pt x="289322" y="174625"/>
                  <a:pt x="306917" y="174625"/>
                </a:cubicBezTo>
                <a:lnTo>
                  <a:pt x="430609" y="174625"/>
                </a:lnTo>
                <a:lnTo>
                  <a:pt x="275167" y="58043"/>
                </a:lnTo>
                <a:close/>
                <a:moveTo>
                  <a:pt x="158750" y="254000"/>
                </a:moveTo>
                <a:cubicBezTo>
                  <a:pt x="141155" y="254000"/>
                  <a:pt x="127000" y="264616"/>
                  <a:pt x="127000" y="277813"/>
                </a:cubicBezTo>
                <a:cubicBezTo>
                  <a:pt x="127000" y="291009"/>
                  <a:pt x="141155" y="301625"/>
                  <a:pt x="158750" y="301625"/>
                </a:cubicBezTo>
                <a:lnTo>
                  <a:pt x="349250" y="301625"/>
                </a:lnTo>
                <a:cubicBezTo>
                  <a:pt x="366845" y="301625"/>
                  <a:pt x="381000" y="291009"/>
                  <a:pt x="381000" y="277813"/>
                </a:cubicBezTo>
                <a:cubicBezTo>
                  <a:pt x="381000" y="264616"/>
                  <a:pt x="366845" y="254000"/>
                  <a:pt x="349250" y="254000"/>
                </a:cubicBezTo>
                <a:lnTo>
                  <a:pt x="158750" y="254000"/>
                </a:lnTo>
                <a:close/>
                <a:moveTo>
                  <a:pt x="158750" y="349250"/>
                </a:moveTo>
                <a:cubicBezTo>
                  <a:pt x="141155" y="349250"/>
                  <a:pt x="127000" y="359866"/>
                  <a:pt x="127000" y="373063"/>
                </a:cubicBezTo>
                <a:cubicBezTo>
                  <a:pt x="127000" y="386259"/>
                  <a:pt x="141155" y="396875"/>
                  <a:pt x="158750" y="396875"/>
                </a:cubicBezTo>
                <a:lnTo>
                  <a:pt x="349250" y="396875"/>
                </a:lnTo>
                <a:cubicBezTo>
                  <a:pt x="366845" y="396875"/>
                  <a:pt x="381000" y="386259"/>
                  <a:pt x="381000" y="373063"/>
                </a:cubicBezTo>
                <a:cubicBezTo>
                  <a:pt x="381000" y="359866"/>
                  <a:pt x="366845" y="349250"/>
                  <a:pt x="349250" y="349250"/>
                </a:cubicBezTo>
                <a:lnTo>
                  <a:pt x="158750" y="349250"/>
                </a:ln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36" name="Text 34"/>
          <p:cNvSpPr/>
          <p:nvPr/>
        </p:nvSpPr>
        <p:spPr>
          <a:xfrm>
            <a:off x="12065000" y="6286500"/>
            <a:ext cx="317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 Reports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2065000" y="6705600"/>
            <a:ext cx="3175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Executive business intelligence reports for stakeholders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715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200" kern="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732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/ 20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4572000" cy="6858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24000"/>
            <a:ext cx="4572000" cy="50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84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564" y="953"/>
                </a:moveTo>
                <a:cubicBezTo>
                  <a:pt x="242570" y="-2937"/>
                  <a:pt x="230082" y="4921"/>
                  <a:pt x="226624" y="18415"/>
                </a:cubicBezTo>
                <a:lnTo>
                  <a:pt x="136313" y="374015"/>
                </a:lnTo>
                <a:cubicBezTo>
                  <a:pt x="132856" y="387509"/>
                  <a:pt x="139841" y="401558"/>
                  <a:pt x="151836" y="405448"/>
                </a:cubicBezTo>
                <a:cubicBezTo>
                  <a:pt x="163830" y="409337"/>
                  <a:pt x="176318" y="401479"/>
                  <a:pt x="179776" y="387985"/>
                </a:cubicBezTo>
                <a:lnTo>
                  <a:pt x="270087" y="32385"/>
                </a:lnTo>
                <a:cubicBezTo>
                  <a:pt x="273544" y="18891"/>
                  <a:pt x="266559" y="4842"/>
                  <a:pt x="254564" y="953"/>
                </a:cubicBezTo>
                <a:close/>
                <a:moveTo>
                  <a:pt x="300143" y="108982"/>
                </a:moveTo>
                <a:cubicBezTo>
                  <a:pt x="291324" y="118904"/>
                  <a:pt x="291324" y="135017"/>
                  <a:pt x="300143" y="144939"/>
                </a:cubicBezTo>
                <a:lnTo>
                  <a:pt x="351931" y="203200"/>
                </a:lnTo>
                <a:lnTo>
                  <a:pt x="300143" y="261461"/>
                </a:lnTo>
                <a:cubicBezTo>
                  <a:pt x="291324" y="271383"/>
                  <a:pt x="291324" y="287496"/>
                  <a:pt x="300143" y="297418"/>
                </a:cubicBezTo>
                <a:cubicBezTo>
                  <a:pt x="308963" y="307340"/>
                  <a:pt x="323286" y="307340"/>
                  <a:pt x="332105" y="297418"/>
                </a:cubicBezTo>
                <a:lnTo>
                  <a:pt x="399838" y="221218"/>
                </a:lnTo>
                <a:cubicBezTo>
                  <a:pt x="408658" y="211296"/>
                  <a:pt x="408658" y="195183"/>
                  <a:pt x="399838" y="185261"/>
                </a:cubicBezTo>
                <a:lnTo>
                  <a:pt x="332105" y="109061"/>
                </a:lnTo>
                <a:cubicBezTo>
                  <a:pt x="323286" y="99139"/>
                  <a:pt x="308963" y="99139"/>
                  <a:pt x="300143" y="109061"/>
                </a:cubicBezTo>
                <a:close/>
                <a:moveTo>
                  <a:pt x="106327" y="108982"/>
                </a:moveTo>
                <a:cubicBezTo>
                  <a:pt x="97508" y="99060"/>
                  <a:pt x="83185" y="99060"/>
                  <a:pt x="74366" y="108982"/>
                </a:cubicBezTo>
                <a:lnTo>
                  <a:pt x="6632" y="185182"/>
                </a:lnTo>
                <a:cubicBezTo>
                  <a:pt x="-2187" y="195104"/>
                  <a:pt x="-2187" y="211217"/>
                  <a:pt x="6632" y="221139"/>
                </a:cubicBezTo>
                <a:lnTo>
                  <a:pt x="74366" y="297339"/>
                </a:lnTo>
                <a:cubicBezTo>
                  <a:pt x="83185" y="307261"/>
                  <a:pt x="97508" y="307261"/>
                  <a:pt x="106327" y="297339"/>
                </a:cubicBezTo>
                <a:cubicBezTo>
                  <a:pt x="115147" y="287417"/>
                  <a:pt x="115147" y="271304"/>
                  <a:pt x="106327" y="261382"/>
                </a:cubicBezTo>
                <a:lnTo>
                  <a:pt x="54539" y="203200"/>
                </a:lnTo>
                <a:lnTo>
                  <a:pt x="106257" y="144939"/>
                </a:lnTo>
                <a:cubicBezTo>
                  <a:pt x="115076" y="135017"/>
                  <a:pt x="115076" y="118904"/>
                  <a:pt x="106257" y="108982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549400" y="18415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PROGRAMMING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16000" y="2540000"/>
            <a:ext cx="4064000" cy="546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Python</a:t>
            </a:r>
            <a:endParaRPr lang="en-US" sz="1800" dirty="0"/>
          </a:p>
          <a:p>
            <a:pPr algn="l">
              <a:lnSpc>
                <a:spcPct val="180000"/>
              </a:lnSpc>
              <a:spcBef>
                <a:spcPts val="2400"/>
              </a:spcBef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ANALYSIS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Pandas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NumPy</a:t>
            </a:r>
            <a:endParaRPr lang="en-US" sz="1800" dirty="0"/>
          </a:p>
          <a:p>
            <a:pPr algn="l">
              <a:lnSpc>
                <a:spcPct val="180000"/>
              </a:lnSpc>
              <a:spcBef>
                <a:spcPts val="2400"/>
              </a:spcBef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VISUALIZATION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Matplotlib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Seaborn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588000" y="1524000"/>
            <a:ext cx="4572000" cy="6858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11" name="Shape 9"/>
          <p:cNvSpPr/>
          <p:nvPr/>
        </p:nvSpPr>
        <p:spPr>
          <a:xfrm>
            <a:off x="5588000" y="1524000"/>
            <a:ext cx="4572000" cy="50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Shape 10"/>
          <p:cNvSpPr/>
          <p:nvPr/>
        </p:nvSpPr>
        <p:spPr>
          <a:xfrm>
            <a:off x="5842000" y="184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6375400" y="18415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0EA5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842000" y="2540000"/>
            <a:ext cx="4064000" cy="546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0EA5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Scikit-Learn</a:t>
            </a:r>
            <a:endParaRPr lang="en-US" sz="1800" dirty="0"/>
          </a:p>
          <a:p>
            <a:pPr algn="l">
              <a:lnSpc>
                <a:spcPct val="180000"/>
              </a:lnSpc>
              <a:spcBef>
                <a:spcPts val="2400"/>
              </a:spcBef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0EA5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Random Forest Regressor</a:t>
            </a:r>
            <a:endParaRPr lang="en-US" sz="1800" dirty="0"/>
          </a:p>
          <a:p>
            <a:pPr algn="l">
              <a:lnSpc>
                <a:spcPct val="180000"/>
              </a:lnSpc>
              <a:spcBef>
                <a:spcPts val="2400"/>
              </a:spcBef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0EA5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Streamlit</a:t>
            </a:r>
            <a:endParaRPr lang="en-US" sz="1800" dirty="0"/>
          </a:p>
          <a:p>
            <a:pPr algn="l">
              <a:lnSpc>
                <a:spcPct val="180000"/>
              </a:lnSpc>
              <a:spcBef>
                <a:spcPts val="2400"/>
              </a:spcBef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 TOOL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0EA5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Power BI Desktop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414000" y="1524000"/>
            <a:ext cx="5080000" cy="6858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14000" y="1524000"/>
            <a:ext cx="5080000" cy="508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68000" y="184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8057" y="25400"/>
                </a:moveTo>
                <a:cubicBezTo>
                  <a:pt x="26035" y="25400"/>
                  <a:pt x="0" y="48181"/>
                  <a:pt x="0" y="76200"/>
                </a:cubicBezTo>
                <a:lnTo>
                  <a:pt x="0" y="127000"/>
                </a:lnTo>
                <a:cubicBezTo>
                  <a:pt x="0" y="155019"/>
                  <a:pt x="26035" y="177800"/>
                  <a:pt x="58057" y="177800"/>
                </a:cubicBezTo>
                <a:lnTo>
                  <a:pt x="348343" y="177800"/>
                </a:lnTo>
                <a:cubicBezTo>
                  <a:pt x="380365" y="177800"/>
                  <a:pt x="406400" y="155019"/>
                  <a:pt x="406400" y="127000"/>
                </a:cubicBezTo>
                <a:lnTo>
                  <a:pt x="406400" y="76200"/>
                </a:lnTo>
                <a:cubicBezTo>
                  <a:pt x="406400" y="48181"/>
                  <a:pt x="380365" y="25400"/>
                  <a:pt x="348343" y="25400"/>
                </a:cubicBezTo>
                <a:lnTo>
                  <a:pt x="58057" y="25400"/>
                </a:lnTo>
                <a:close/>
                <a:moveTo>
                  <a:pt x="254000" y="82550"/>
                </a:moveTo>
                <a:cubicBezTo>
                  <a:pt x="266016" y="82550"/>
                  <a:pt x="275771" y="91086"/>
                  <a:pt x="275771" y="101600"/>
                </a:cubicBezTo>
                <a:cubicBezTo>
                  <a:pt x="275771" y="112114"/>
                  <a:pt x="266016" y="120650"/>
                  <a:pt x="254000" y="120650"/>
                </a:cubicBezTo>
                <a:cubicBezTo>
                  <a:pt x="241984" y="120650"/>
                  <a:pt x="232229" y="112114"/>
                  <a:pt x="232229" y="101600"/>
                </a:cubicBezTo>
                <a:cubicBezTo>
                  <a:pt x="232229" y="91086"/>
                  <a:pt x="241984" y="82550"/>
                  <a:pt x="254000" y="82550"/>
                </a:cubicBezTo>
                <a:close/>
                <a:moveTo>
                  <a:pt x="304800" y="101600"/>
                </a:moveTo>
                <a:cubicBezTo>
                  <a:pt x="304800" y="91086"/>
                  <a:pt x="314555" y="82550"/>
                  <a:pt x="326571" y="82550"/>
                </a:cubicBezTo>
                <a:cubicBezTo>
                  <a:pt x="338587" y="82550"/>
                  <a:pt x="348343" y="91086"/>
                  <a:pt x="348343" y="101600"/>
                </a:cubicBezTo>
                <a:cubicBezTo>
                  <a:pt x="348343" y="112114"/>
                  <a:pt x="338587" y="120650"/>
                  <a:pt x="326571" y="120650"/>
                </a:cubicBezTo>
                <a:cubicBezTo>
                  <a:pt x="314555" y="120650"/>
                  <a:pt x="304800" y="112114"/>
                  <a:pt x="304800" y="101600"/>
                </a:cubicBezTo>
                <a:close/>
                <a:moveTo>
                  <a:pt x="58057" y="228600"/>
                </a:moveTo>
                <a:cubicBezTo>
                  <a:pt x="26035" y="228600"/>
                  <a:pt x="0" y="251381"/>
                  <a:pt x="0" y="279400"/>
                </a:cubicBezTo>
                <a:lnTo>
                  <a:pt x="0" y="330200"/>
                </a:lnTo>
                <a:cubicBezTo>
                  <a:pt x="0" y="358219"/>
                  <a:pt x="26035" y="381000"/>
                  <a:pt x="58057" y="381000"/>
                </a:cubicBezTo>
                <a:lnTo>
                  <a:pt x="348343" y="381000"/>
                </a:lnTo>
                <a:cubicBezTo>
                  <a:pt x="380365" y="381000"/>
                  <a:pt x="406400" y="358219"/>
                  <a:pt x="406400" y="330200"/>
                </a:cubicBezTo>
                <a:lnTo>
                  <a:pt x="406400" y="279400"/>
                </a:lnTo>
                <a:cubicBezTo>
                  <a:pt x="406400" y="251381"/>
                  <a:pt x="380365" y="228600"/>
                  <a:pt x="348343" y="228600"/>
                </a:cubicBezTo>
                <a:lnTo>
                  <a:pt x="58057" y="228600"/>
                </a:lnTo>
                <a:close/>
                <a:moveTo>
                  <a:pt x="254000" y="285750"/>
                </a:moveTo>
                <a:cubicBezTo>
                  <a:pt x="266016" y="285750"/>
                  <a:pt x="275771" y="294286"/>
                  <a:pt x="275771" y="304800"/>
                </a:cubicBezTo>
                <a:cubicBezTo>
                  <a:pt x="275771" y="315314"/>
                  <a:pt x="266016" y="323850"/>
                  <a:pt x="254000" y="323850"/>
                </a:cubicBezTo>
                <a:cubicBezTo>
                  <a:pt x="241984" y="323850"/>
                  <a:pt x="232229" y="315314"/>
                  <a:pt x="232229" y="304800"/>
                </a:cubicBezTo>
                <a:cubicBezTo>
                  <a:pt x="232229" y="294286"/>
                  <a:pt x="241984" y="285750"/>
                  <a:pt x="254000" y="285750"/>
                </a:cubicBezTo>
                <a:close/>
                <a:moveTo>
                  <a:pt x="304800" y="304800"/>
                </a:moveTo>
                <a:cubicBezTo>
                  <a:pt x="304800" y="294286"/>
                  <a:pt x="314555" y="285750"/>
                  <a:pt x="326571" y="285750"/>
                </a:cubicBezTo>
                <a:cubicBezTo>
                  <a:pt x="338587" y="285750"/>
                  <a:pt x="348343" y="294286"/>
                  <a:pt x="348343" y="304800"/>
                </a:cubicBezTo>
                <a:cubicBezTo>
                  <a:pt x="348343" y="315314"/>
                  <a:pt x="338587" y="323850"/>
                  <a:pt x="326571" y="323850"/>
                </a:cubicBezTo>
                <a:cubicBezTo>
                  <a:pt x="314555" y="323850"/>
                  <a:pt x="304800" y="315314"/>
                  <a:pt x="304800" y="30480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11201400" y="1841500"/>
            <a:ext cx="406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4D3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INFRASTRUCTURE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668000" y="2540000"/>
            <a:ext cx="4572000" cy="546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  <a:spcBef>
                <a:spcPts val="2400"/>
              </a:spcBef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</a:t>
            </a:r>
            <a:endParaRPr lang="en-US" sz="14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Structured Data Records</a:t>
            </a:r>
            <a:endParaRPr lang="en-US" sz="14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Prediction Results</a:t>
            </a:r>
            <a:endParaRPr lang="en-US" sz="14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Recommendation Dataset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715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200" kern="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732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/ 20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1651000"/>
            <a:ext cx="2540000" cy="101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651000"/>
            <a:ext cx="635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0B1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97000" y="1651000"/>
            <a:ext cx="1905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B1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 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02000" y="2159000"/>
            <a:ext cx="381000" cy="0"/>
          </a:xfrm>
          <a:prstGeom prst="straightConnector1">
            <a:avLst/>
          </a:prstGeom>
          <a:noFill/>
          <a:ln w="25400">
            <a:solidFill>
              <a:srgbClr val="10B981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3683000" y="1651000"/>
            <a:ext cx="2667000" cy="101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3000" y="1651000"/>
            <a:ext cx="6985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419600" y="1651000"/>
            <a:ext cx="18034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STORE IN CSV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23000" y="2159000"/>
            <a:ext cx="381000" cy="0"/>
          </a:xfrm>
          <a:prstGeom prst="straightConnector1">
            <a:avLst/>
          </a:prstGeom>
          <a:noFill/>
          <a:ln w="25400">
            <a:solidFill>
              <a:srgbClr val="10B981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6604000" y="1651000"/>
            <a:ext cx="2667000" cy="101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4000" y="1651000"/>
            <a:ext cx="6985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340600" y="1651000"/>
            <a:ext cx="18034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 DATA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0" y="2159000"/>
            <a:ext cx="381000" cy="0"/>
          </a:xfrm>
          <a:prstGeom prst="straightConnector1">
            <a:avLst/>
          </a:prstGeom>
          <a:noFill/>
          <a:ln w="25400">
            <a:solidFill>
              <a:srgbClr val="10B981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9525000" y="1651000"/>
            <a:ext cx="2667000" cy="101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25000" y="1651000"/>
            <a:ext cx="762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0287000" y="1651000"/>
            <a:ext cx="1778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2065000" y="2159000"/>
            <a:ext cx="381000" cy="0"/>
          </a:xfrm>
          <a:prstGeom prst="straightConnector1">
            <a:avLst/>
          </a:prstGeom>
          <a:noFill/>
          <a:ln w="25400">
            <a:solidFill>
              <a:srgbClr val="10B981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2446000" y="1651000"/>
            <a:ext cx="3175000" cy="101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446000" y="1651000"/>
            <a:ext cx="6985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3182600" y="1651000"/>
            <a:ext cx="23114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 ML MODELS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3970000" y="2667000"/>
            <a:ext cx="0" cy="508000"/>
          </a:xfrm>
          <a:prstGeom prst="straightConnector1">
            <a:avLst/>
          </a:prstGeom>
          <a:noFill/>
          <a:ln w="25400">
            <a:solidFill>
              <a:srgbClr val="10B981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2446000" y="3175000"/>
            <a:ext cx="3175000" cy="1016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12446000" y="3175000"/>
            <a:ext cx="6985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0B1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3182600" y="3175000"/>
            <a:ext cx="23114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0B1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YIELD PREDICTION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3144500" y="4254500"/>
            <a:ext cx="508000" cy="0"/>
          </a:xfrm>
          <a:prstGeom prst="straightConnector1">
            <a:avLst/>
          </a:prstGeom>
          <a:noFill/>
          <a:ln w="25400">
            <a:solidFill>
              <a:srgbClr val="10B981"/>
            </a:solidFill>
            <a:prstDash val="solid"/>
            <a:headEnd type="arrow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144000" y="3175000"/>
            <a:ext cx="3302000" cy="1016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0" y="3175000"/>
            <a:ext cx="6985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0B1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9880600" y="3175000"/>
            <a:ext cx="25654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0B1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FERTILIZER RECOMMEND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842500" y="4254500"/>
            <a:ext cx="508000" cy="0"/>
          </a:xfrm>
          <a:prstGeom prst="straightConnector1">
            <a:avLst/>
          </a:prstGeom>
          <a:noFill/>
          <a:ln w="25400">
            <a:solidFill>
              <a:srgbClr val="10B981"/>
            </a:solidFill>
            <a:prstDash val="solid"/>
            <a:headEnd type="arrow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5842000" y="3175000"/>
            <a:ext cx="3276600" cy="1016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4" name="Text 32"/>
          <p:cNvSpPr/>
          <p:nvPr/>
        </p:nvSpPr>
        <p:spPr>
          <a:xfrm>
            <a:off x="5842000" y="3175000"/>
            <a:ext cx="6985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0B1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578600" y="3175000"/>
            <a:ext cx="25146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0B1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ASSIGN PRIORITY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540500" y="4254500"/>
            <a:ext cx="508000" cy="0"/>
          </a:xfrm>
          <a:prstGeom prst="straightConnector1">
            <a:avLst/>
          </a:prstGeom>
          <a:noFill/>
          <a:ln w="25400">
            <a:solidFill>
              <a:srgbClr val="10B981"/>
            </a:solidFill>
            <a:prstDash val="solid"/>
            <a:headEnd type="arrow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762000" y="3175000"/>
            <a:ext cx="5080000" cy="10160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8" name="Text 36"/>
          <p:cNvSpPr/>
          <p:nvPr/>
        </p:nvSpPr>
        <p:spPr>
          <a:xfrm>
            <a:off x="762000" y="3175000"/>
            <a:ext cx="6985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0B1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1498600" y="3175000"/>
            <a:ext cx="43434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B1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VISUALIZE INSIGHTS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62000" y="4826000"/>
            <a:ext cx="14732000" cy="3556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41" name="Text 39"/>
          <p:cNvSpPr/>
          <p:nvPr/>
        </p:nvSpPr>
        <p:spPr>
          <a:xfrm>
            <a:off x="1016000" y="5016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 DETAILS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016000" y="5524500"/>
            <a:ext cx="4445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Phase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Collect agricultural data from multiple sources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Store data inside CSV Files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Clean the dataset (missing values, duplicates)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715000" y="5524500"/>
            <a:ext cx="4445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0EA5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Phase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Feature Engineering (40+ features)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Train Random Forest Regressor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Generate Yield Predictions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414000" y="5524500"/>
            <a:ext cx="4826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34D3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Phase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Generate Fertilizer Recommendations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Assign Priority Levels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Visualize via Streamlit &amp; Power BI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715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200" kern="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732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/ 20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3429000" cy="1778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651000"/>
            <a:ext cx="342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221,208+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62000" y="254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Records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45000" y="1524000"/>
            <a:ext cx="3429000" cy="1778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9" name="Text 7"/>
          <p:cNvSpPr/>
          <p:nvPr/>
        </p:nvSpPr>
        <p:spPr>
          <a:xfrm>
            <a:off x="4445000" y="1651000"/>
            <a:ext cx="342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40+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445000" y="254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0" y="1524000"/>
            <a:ext cx="3429000" cy="1778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12" name="Text 10"/>
          <p:cNvSpPr/>
          <p:nvPr/>
        </p:nvSpPr>
        <p:spPr>
          <a:xfrm>
            <a:off x="8128000" y="1651000"/>
            <a:ext cx="342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128000" y="2540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811000" y="1524000"/>
            <a:ext cx="3683000" cy="1778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15" name="Text 13"/>
          <p:cNvSpPr/>
          <p:nvPr/>
        </p:nvSpPr>
        <p:spPr>
          <a:xfrm>
            <a:off x="11811000" y="1651000"/>
            <a:ext cx="3683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55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11811000" y="2540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Crop Types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2000" y="3683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064000"/>
          <a:ext cx="14732000" cy="4318000"/>
        </p:xfrm>
        <a:graphic>
          <a:graphicData uri="http://schemas.openxmlformats.org/drawingml/2006/table">
            <a:tbl>
              <a:tblPr/>
              <a:tblGrid>
                <a:gridCol w="2946400"/>
                <a:gridCol w="2946400"/>
                <a:gridCol w="2946400"/>
                <a:gridCol w="2946400"/>
                <a:gridCol w="2946400"/>
              </a:tblGrid>
              <a:tr h="69088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B112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Category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B112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Feature 1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B112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Feature 2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B112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Feature 3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B112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Feature 4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Location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State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District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Area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Season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Crop Data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Crop Type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Production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Yield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Crop Year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Weather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Rainfall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Temperature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Humidity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Weather Category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Soil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Soil pH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Nitrogen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Phosphorus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Potassium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Output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Fertilizer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Predicted Yield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Recommendation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1F5F9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Priority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715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200" kern="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PREPROCESSING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732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 / 20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2000" y="1333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Ensuring high-quality data for accurate model training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2159000"/>
            <a:ext cx="4572000" cy="1778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41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1475" y="185738"/>
                </a:moveTo>
                <a:cubicBezTo>
                  <a:pt x="371475" y="226725"/>
                  <a:pt x="358170" y="264587"/>
                  <a:pt x="335756" y="295305"/>
                </a:cubicBezTo>
                <a:lnTo>
                  <a:pt x="448806" y="408444"/>
                </a:lnTo>
                <a:cubicBezTo>
                  <a:pt x="459968" y="419606"/>
                  <a:pt x="459968" y="437733"/>
                  <a:pt x="448806" y="448895"/>
                </a:cubicBezTo>
                <a:cubicBezTo>
                  <a:pt x="437644" y="460058"/>
                  <a:pt x="419517" y="460058"/>
                  <a:pt x="408355" y="448895"/>
                </a:cubicBezTo>
                <a:lnTo>
                  <a:pt x="295305" y="335756"/>
                </a:lnTo>
                <a:cubicBezTo>
                  <a:pt x="264587" y="358170"/>
                  <a:pt x="226725" y="371475"/>
                  <a:pt x="185738" y="371475"/>
                </a:cubicBezTo>
                <a:cubicBezTo>
                  <a:pt x="83135" y="371475"/>
                  <a:pt x="0" y="288340"/>
                  <a:pt x="0" y="185738"/>
                </a:cubicBezTo>
                <a:cubicBezTo>
                  <a:pt x="0" y="83135"/>
                  <a:pt x="83135" y="0"/>
                  <a:pt x="185738" y="0"/>
                </a:cubicBezTo>
                <a:cubicBezTo>
                  <a:pt x="288340" y="0"/>
                  <a:pt x="371475" y="83135"/>
                  <a:pt x="371475" y="185738"/>
                </a:cubicBezTo>
                <a:close/>
                <a:moveTo>
                  <a:pt x="185738" y="314325"/>
                </a:moveTo>
                <a:cubicBezTo>
                  <a:pt x="256707" y="314325"/>
                  <a:pt x="314325" y="256707"/>
                  <a:pt x="314325" y="185738"/>
                </a:cubicBezTo>
                <a:cubicBezTo>
                  <a:pt x="314325" y="114768"/>
                  <a:pt x="256707" y="57150"/>
                  <a:pt x="185738" y="57150"/>
                </a:cubicBezTo>
                <a:cubicBezTo>
                  <a:pt x="114768" y="57150"/>
                  <a:pt x="57150" y="114768"/>
                  <a:pt x="57150" y="185737"/>
                </a:cubicBezTo>
                <a:cubicBezTo>
                  <a:pt x="57150" y="256707"/>
                  <a:pt x="114768" y="314325"/>
                  <a:pt x="185737" y="31432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651000" y="2413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Missing Value Handling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6000" y="29845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Imputation and removal strategies for incomplete records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88000" y="2159000"/>
            <a:ext cx="4572000" cy="1778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11" name="Shape 9"/>
          <p:cNvSpPr/>
          <p:nvPr/>
        </p:nvSpPr>
        <p:spPr>
          <a:xfrm>
            <a:off x="5842000" y="241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57175" y="400050"/>
                </a:moveTo>
                <a:lnTo>
                  <a:pt x="57150" y="400050"/>
                </a:lnTo>
                <a:lnTo>
                  <a:pt x="57150" y="200025"/>
                </a:lnTo>
                <a:lnTo>
                  <a:pt x="100013" y="200025"/>
                </a:lnTo>
                <a:lnTo>
                  <a:pt x="100013" y="142875"/>
                </a:lnTo>
                <a:lnTo>
                  <a:pt x="57150" y="142875"/>
                </a:lnTo>
                <a:cubicBezTo>
                  <a:pt x="25628" y="142875"/>
                  <a:pt x="0" y="168503"/>
                  <a:pt x="0" y="200025"/>
                </a:cubicBezTo>
                <a:lnTo>
                  <a:pt x="0" y="400050"/>
                </a:lnTo>
                <a:cubicBezTo>
                  <a:pt x="0" y="431572"/>
                  <a:pt x="25628" y="457200"/>
                  <a:pt x="57150" y="457200"/>
                </a:cubicBezTo>
                <a:lnTo>
                  <a:pt x="257175" y="457200"/>
                </a:lnTo>
                <a:cubicBezTo>
                  <a:pt x="288697" y="457200"/>
                  <a:pt x="314325" y="431572"/>
                  <a:pt x="314325" y="400050"/>
                </a:cubicBezTo>
                <a:lnTo>
                  <a:pt x="314325" y="357188"/>
                </a:lnTo>
                <a:lnTo>
                  <a:pt x="257175" y="357188"/>
                </a:lnTo>
                <a:lnTo>
                  <a:pt x="257175" y="400050"/>
                </a:lnTo>
                <a:close/>
                <a:moveTo>
                  <a:pt x="200025" y="314325"/>
                </a:moveTo>
                <a:lnTo>
                  <a:pt x="400050" y="314325"/>
                </a:lnTo>
                <a:cubicBezTo>
                  <a:pt x="431572" y="314325"/>
                  <a:pt x="457200" y="288697"/>
                  <a:pt x="457200" y="257175"/>
                </a:cubicBezTo>
                <a:lnTo>
                  <a:pt x="457200" y="57150"/>
                </a:lnTo>
                <a:cubicBezTo>
                  <a:pt x="457200" y="25628"/>
                  <a:pt x="431572" y="0"/>
                  <a:pt x="400050" y="0"/>
                </a:cubicBezTo>
                <a:lnTo>
                  <a:pt x="200025" y="0"/>
                </a:lnTo>
                <a:cubicBezTo>
                  <a:pt x="168503" y="0"/>
                  <a:pt x="142875" y="25628"/>
                  <a:pt x="142875" y="57150"/>
                </a:cubicBezTo>
                <a:lnTo>
                  <a:pt x="142875" y="257175"/>
                </a:lnTo>
                <a:cubicBezTo>
                  <a:pt x="142875" y="288697"/>
                  <a:pt x="168503" y="314325"/>
                  <a:pt x="200025" y="31432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477000" y="2413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Duplicate Removal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842000" y="29845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Eliminating redundant entries to prevent data bias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414000" y="2159000"/>
            <a:ext cx="5080000" cy="1778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68000" y="241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49739" y="48756"/>
                </a:moveTo>
                <a:cubicBezTo>
                  <a:pt x="459661" y="37594"/>
                  <a:pt x="459661" y="19467"/>
                  <a:pt x="449739" y="8305"/>
                </a:cubicBezTo>
                <a:cubicBezTo>
                  <a:pt x="439817" y="-2857"/>
                  <a:pt x="423704" y="-2857"/>
                  <a:pt x="413782" y="8305"/>
                </a:cubicBezTo>
                <a:lnTo>
                  <a:pt x="261382" y="179755"/>
                </a:lnTo>
                <a:lnTo>
                  <a:pt x="233839" y="148769"/>
                </a:lnTo>
                <a:cubicBezTo>
                  <a:pt x="230505" y="145018"/>
                  <a:pt x="225901" y="142875"/>
                  <a:pt x="221139" y="142875"/>
                </a:cubicBezTo>
                <a:cubicBezTo>
                  <a:pt x="211217" y="142875"/>
                  <a:pt x="203200" y="151894"/>
                  <a:pt x="203200" y="163056"/>
                </a:cubicBezTo>
                <a:lnTo>
                  <a:pt x="203200" y="189041"/>
                </a:lnTo>
                <a:lnTo>
                  <a:pt x="289163" y="285750"/>
                </a:lnTo>
                <a:lnTo>
                  <a:pt x="312261" y="285750"/>
                </a:lnTo>
                <a:cubicBezTo>
                  <a:pt x="322183" y="285750"/>
                  <a:pt x="330200" y="276731"/>
                  <a:pt x="330200" y="265569"/>
                </a:cubicBezTo>
                <a:cubicBezTo>
                  <a:pt x="330200" y="260211"/>
                  <a:pt x="328295" y="255032"/>
                  <a:pt x="324961" y="251281"/>
                </a:cubicBezTo>
                <a:lnTo>
                  <a:pt x="297418" y="220295"/>
                </a:lnTo>
                <a:lnTo>
                  <a:pt x="449818" y="48845"/>
                </a:lnTo>
                <a:close/>
                <a:moveTo>
                  <a:pt x="270748" y="315575"/>
                </a:moveTo>
                <a:lnTo>
                  <a:pt x="176689" y="209758"/>
                </a:lnTo>
                <a:cubicBezTo>
                  <a:pt x="142796" y="206454"/>
                  <a:pt x="109061" y="220206"/>
                  <a:pt x="84773" y="247531"/>
                </a:cubicBezTo>
                <a:lnTo>
                  <a:pt x="78423" y="254675"/>
                </a:lnTo>
                <a:cubicBezTo>
                  <a:pt x="60722" y="274588"/>
                  <a:pt x="50800" y="301556"/>
                  <a:pt x="50800" y="329684"/>
                </a:cubicBezTo>
                <a:cubicBezTo>
                  <a:pt x="50800" y="335756"/>
                  <a:pt x="56436" y="339685"/>
                  <a:pt x="61278" y="337006"/>
                </a:cubicBezTo>
                <a:lnTo>
                  <a:pt x="101838" y="314236"/>
                </a:lnTo>
                <a:cubicBezTo>
                  <a:pt x="105807" y="312003"/>
                  <a:pt x="109379" y="317897"/>
                  <a:pt x="106124" y="321290"/>
                </a:cubicBezTo>
                <a:lnTo>
                  <a:pt x="5794" y="422731"/>
                </a:lnTo>
                <a:cubicBezTo>
                  <a:pt x="2143" y="426482"/>
                  <a:pt x="0" y="431840"/>
                  <a:pt x="0" y="437465"/>
                </a:cubicBezTo>
                <a:cubicBezTo>
                  <a:pt x="0" y="448360"/>
                  <a:pt x="7858" y="457200"/>
                  <a:pt x="17542" y="457200"/>
                </a:cubicBezTo>
                <a:lnTo>
                  <a:pt x="155099" y="457200"/>
                </a:lnTo>
                <a:cubicBezTo>
                  <a:pt x="185896" y="457200"/>
                  <a:pt x="215344" y="443448"/>
                  <a:pt x="237173" y="418981"/>
                </a:cubicBezTo>
                <a:cubicBezTo>
                  <a:pt x="261461" y="391656"/>
                  <a:pt x="273606" y="353705"/>
                  <a:pt x="270748" y="31557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1303000" y="24130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Cleaning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668000" y="29845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Outlier detection, format standardization, and noise reduction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2000" y="4191000"/>
            <a:ext cx="4572000" cy="1778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6000" y="444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57150"/>
                </a:moveTo>
                <a:cubicBezTo>
                  <a:pt x="17056" y="57150"/>
                  <a:pt x="6608" y="64115"/>
                  <a:pt x="2143" y="74831"/>
                </a:cubicBezTo>
                <a:cubicBezTo>
                  <a:pt x="-2322" y="85546"/>
                  <a:pt x="179" y="97780"/>
                  <a:pt x="8394" y="105906"/>
                </a:cubicBezTo>
                <a:lnTo>
                  <a:pt x="171450" y="269051"/>
                </a:lnTo>
                <a:lnTo>
                  <a:pt x="171450" y="371475"/>
                </a:lnTo>
                <a:cubicBezTo>
                  <a:pt x="171450" y="379065"/>
                  <a:pt x="174486" y="386298"/>
                  <a:pt x="179844" y="391656"/>
                </a:cubicBezTo>
                <a:lnTo>
                  <a:pt x="236994" y="448806"/>
                </a:lnTo>
                <a:cubicBezTo>
                  <a:pt x="245209" y="457021"/>
                  <a:pt x="257443" y="459432"/>
                  <a:pt x="268159" y="454968"/>
                </a:cubicBezTo>
                <a:cubicBezTo>
                  <a:pt x="278874" y="450503"/>
                  <a:pt x="285750" y="440144"/>
                  <a:pt x="285750" y="428625"/>
                </a:cubicBezTo>
                <a:lnTo>
                  <a:pt x="285750" y="269051"/>
                </a:lnTo>
                <a:lnTo>
                  <a:pt x="448806" y="105995"/>
                </a:lnTo>
                <a:cubicBezTo>
                  <a:pt x="457021" y="97780"/>
                  <a:pt x="459432" y="85546"/>
                  <a:pt x="454968" y="74831"/>
                </a:cubicBezTo>
                <a:cubicBezTo>
                  <a:pt x="450503" y="64115"/>
                  <a:pt x="440144" y="57150"/>
                  <a:pt x="428625" y="57150"/>
                </a:cubicBezTo>
                <a:lnTo>
                  <a:pt x="28575" y="57150"/>
                </a:ln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1651000" y="4445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Selection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16000" y="50165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Selecting the most relevant features for model performance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588000" y="4191000"/>
            <a:ext cx="4572000" cy="1778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842000" y="444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97109" y="187970"/>
                </a:moveTo>
                <a:cubicBezTo>
                  <a:pt x="305824" y="185023"/>
                  <a:pt x="314968" y="190202"/>
                  <a:pt x="318897" y="200293"/>
                </a:cubicBezTo>
                <a:lnTo>
                  <a:pt x="332184" y="233869"/>
                </a:lnTo>
                <a:cubicBezTo>
                  <a:pt x="339542" y="235119"/>
                  <a:pt x="346758" y="237619"/>
                  <a:pt x="353544" y="241102"/>
                </a:cubicBezTo>
                <a:lnTo>
                  <a:pt x="378547" y="220295"/>
                </a:lnTo>
                <a:cubicBezTo>
                  <a:pt x="386048" y="214045"/>
                  <a:pt x="395978" y="215295"/>
                  <a:pt x="402336" y="223242"/>
                </a:cubicBezTo>
                <a:lnTo>
                  <a:pt x="416052" y="240387"/>
                </a:lnTo>
                <a:cubicBezTo>
                  <a:pt x="422410" y="248335"/>
                  <a:pt x="423410" y="260836"/>
                  <a:pt x="418409" y="270123"/>
                </a:cubicBezTo>
                <a:lnTo>
                  <a:pt x="401765" y="301288"/>
                </a:lnTo>
                <a:cubicBezTo>
                  <a:pt x="403122" y="305485"/>
                  <a:pt x="404336" y="309860"/>
                  <a:pt x="405336" y="314414"/>
                </a:cubicBezTo>
                <a:cubicBezTo>
                  <a:pt x="406336" y="318968"/>
                  <a:pt x="406979" y="323433"/>
                  <a:pt x="407480" y="327987"/>
                </a:cubicBezTo>
                <a:lnTo>
                  <a:pt x="434411" y="344597"/>
                </a:lnTo>
                <a:cubicBezTo>
                  <a:pt x="442484" y="349597"/>
                  <a:pt x="446627" y="361027"/>
                  <a:pt x="444270" y="371832"/>
                </a:cubicBezTo>
                <a:lnTo>
                  <a:pt x="439269" y="395228"/>
                </a:lnTo>
                <a:cubicBezTo>
                  <a:pt x="436912" y="406033"/>
                  <a:pt x="428839" y="413355"/>
                  <a:pt x="419838" y="412641"/>
                </a:cubicBezTo>
                <a:lnTo>
                  <a:pt x="389834" y="410230"/>
                </a:lnTo>
                <a:cubicBezTo>
                  <a:pt x="385334" y="417463"/>
                  <a:pt x="380119" y="424160"/>
                  <a:pt x="374190" y="429875"/>
                </a:cubicBezTo>
                <a:lnTo>
                  <a:pt x="376118" y="467291"/>
                </a:lnTo>
                <a:cubicBezTo>
                  <a:pt x="376690" y="478542"/>
                  <a:pt x="370832" y="488722"/>
                  <a:pt x="362188" y="491579"/>
                </a:cubicBezTo>
                <a:lnTo>
                  <a:pt x="343472" y="497830"/>
                </a:lnTo>
                <a:cubicBezTo>
                  <a:pt x="334756" y="500777"/>
                  <a:pt x="325684" y="495598"/>
                  <a:pt x="321683" y="485507"/>
                </a:cubicBezTo>
                <a:lnTo>
                  <a:pt x="308396" y="451931"/>
                </a:lnTo>
                <a:cubicBezTo>
                  <a:pt x="301038" y="450681"/>
                  <a:pt x="293822" y="448181"/>
                  <a:pt x="287036" y="444698"/>
                </a:cubicBezTo>
                <a:lnTo>
                  <a:pt x="262033" y="465505"/>
                </a:lnTo>
                <a:cubicBezTo>
                  <a:pt x="254532" y="471755"/>
                  <a:pt x="244602" y="470505"/>
                  <a:pt x="238244" y="462558"/>
                </a:cubicBezTo>
                <a:lnTo>
                  <a:pt x="224528" y="445413"/>
                </a:lnTo>
                <a:cubicBezTo>
                  <a:pt x="218170" y="437465"/>
                  <a:pt x="217170" y="425053"/>
                  <a:pt x="222171" y="415677"/>
                </a:cubicBezTo>
                <a:lnTo>
                  <a:pt x="238816" y="384423"/>
                </a:lnTo>
                <a:cubicBezTo>
                  <a:pt x="237458" y="380226"/>
                  <a:pt x="236244" y="375851"/>
                  <a:pt x="235244" y="371296"/>
                </a:cubicBezTo>
                <a:cubicBezTo>
                  <a:pt x="234244" y="366742"/>
                  <a:pt x="233601" y="362188"/>
                  <a:pt x="233101" y="357723"/>
                </a:cubicBezTo>
                <a:lnTo>
                  <a:pt x="206169" y="341114"/>
                </a:lnTo>
                <a:cubicBezTo>
                  <a:pt x="198096" y="336113"/>
                  <a:pt x="194024" y="324683"/>
                  <a:pt x="196310" y="313879"/>
                </a:cubicBezTo>
                <a:lnTo>
                  <a:pt x="201311" y="290483"/>
                </a:lnTo>
                <a:cubicBezTo>
                  <a:pt x="203668" y="279678"/>
                  <a:pt x="211741" y="272355"/>
                  <a:pt x="220742" y="273070"/>
                </a:cubicBezTo>
                <a:lnTo>
                  <a:pt x="250674" y="275481"/>
                </a:lnTo>
                <a:cubicBezTo>
                  <a:pt x="255175" y="268248"/>
                  <a:pt x="260390" y="261551"/>
                  <a:pt x="266319" y="255836"/>
                </a:cubicBezTo>
                <a:lnTo>
                  <a:pt x="264390" y="218509"/>
                </a:lnTo>
                <a:cubicBezTo>
                  <a:pt x="263819" y="207258"/>
                  <a:pt x="269677" y="197078"/>
                  <a:pt x="278320" y="194221"/>
                </a:cubicBezTo>
                <a:lnTo>
                  <a:pt x="297037" y="187970"/>
                </a:lnTo>
                <a:close/>
                <a:moveTo>
                  <a:pt x="320326" y="303609"/>
                </a:moveTo>
                <a:cubicBezTo>
                  <a:pt x="302978" y="303634"/>
                  <a:pt x="288909" y="321260"/>
                  <a:pt x="288929" y="342945"/>
                </a:cubicBezTo>
                <a:cubicBezTo>
                  <a:pt x="288949" y="364630"/>
                  <a:pt x="303049" y="382215"/>
                  <a:pt x="320397" y="382191"/>
                </a:cubicBezTo>
                <a:cubicBezTo>
                  <a:pt x="337745" y="382166"/>
                  <a:pt x="351814" y="364540"/>
                  <a:pt x="351794" y="342855"/>
                </a:cubicBezTo>
                <a:cubicBezTo>
                  <a:pt x="351774" y="321170"/>
                  <a:pt x="337674" y="303585"/>
                  <a:pt x="320326" y="303609"/>
                </a:cubicBezTo>
                <a:close/>
                <a:moveTo>
                  <a:pt x="160663" y="-40630"/>
                </a:moveTo>
                <a:lnTo>
                  <a:pt x="179380" y="-34379"/>
                </a:lnTo>
                <a:cubicBezTo>
                  <a:pt x="188024" y="-31433"/>
                  <a:pt x="193881" y="-21253"/>
                  <a:pt x="193310" y="-10091"/>
                </a:cubicBezTo>
                <a:lnTo>
                  <a:pt x="191381" y="27236"/>
                </a:lnTo>
                <a:cubicBezTo>
                  <a:pt x="197310" y="32951"/>
                  <a:pt x="202525" y="39559"/>
                  <a:pt x="207026" y="46881"/>
                </a:cubicBezTo>
                <a:lnTo>
                  <a:pt x="237030" y="44470"/>
                </a:lnTo>
                <a:cubicBezTo>
                  <a:pt x="245959" y="43755"/>
                  <a:pt x="254103" y="51078"/>
                  <a:pt x="256461" y="61883"/>
                </a:cubicBezTo>
                <a:lnTo>
                  <a:pt x="261461" y="85279"/>
                </a:lnTo>
                <a:cubicBezTo>
                  <a:pt x="263747" y="96083"/>
                  <a:pt x="259675" y="107513"/>
                  <a:pt x="251603" y="112514"/>
                </a:cubicBezTo>
                <a:lnTo>
                  <a:pt x="224671" y="129123"/>
                </a:lnTo>
                <a:cubicBezTo>
                  <a:pt x="224171" y="133677"/>
                  <a:pt x="223457" y="138232"/>
                  <a:pt x="222528" y="142696"/>
                </a:cubicBezTo>
                <a:cubicBezTo>
                  <a:pt x="221599" y="147161"/>
                  <a:pt x="220313" y="151626"/>
                  <a:pt x="218956" y="155823"/>
                </a:cubicBezTo>
                <a:lnTo>
                  <a:pt x="235601" y="187077"/>
                </a:lnTo>
                <a:cubicBezTo>
                  <a:pt x="240602" y="196453"/>
                  <a:pt x="239601" y="208865"/>
                  <a:pt x="233243" y="216813"/>
                </a:cubicBezTo>
                <a:lnTo>
                  <a:pt x="219527" y="233958"/>
                </a:lnTo>
                <a:cubicBezTo>
                  <a:pt x="213170" y="241905"/>
                  <a:pt x="203240" y="243155"/>
                  <a:pt x="195739" y="236905"/>
                </a:cubicBezTo>
                <a:lnTo>
                  <a:pt x="170736" y="216098"/>
                </a:lnTo>
                <a:cubicBezTo>
                  <a:pt x="163949" y="219581"/>
                  <a:pt x="156734" y="222081"/>
                  <a:pt x="149376" y="223331"/>
                </a:cubicBezTo>
                <a:lnTo>
                  <a:pt x="136088" y="256907"/>
                </a:lnTo>
                <a:cubicBezTo>
                  <a:pt x="132088" y="266998"/>
                  <a:pt x="122944" y="272088"/>
                  <a:pt x="114300" y="269230"/>
                </a:cubicBezTo>
                <a:lnTo>
                  <a:pt x="95583" y="262979"/>
                </a:lnTo>
                <a:cubicBezTo>
                  <a:pt x="86868" y="260033"/>
                  <a:pt x="81082" y="249853"/>
                  <a:pt x="81653" y="238691"/>
                </a:cubicBezTo>
                <a:lnTo>
                  <a:pt x="83582" y="201275"/>
                </a:lnTo>
                <a:cubicBezTo>
                  <a:pt x="77653" y="195560"/>
                  <a:pt x="72438" y="188952"/>
                  <a:pt x="67937" y="181630"/>
                </a:cubicBezTo>
                <a:lnTo>
                  <a:pt x="37933" y="184041"/>
                </a:lnTo>
                <a:cubicBezTo>
                  <a:pt x="29004" y="184755"/>
                  <a:pt x="20860" y="177433"/>
                  <a:pt x="18502" y="166628"/>
                </a:cubicBezTo>
                <a:lnTo>
                  <a:pt x="13502" y="143232"/>
                </a:lnTo>
                <a:cubicBezTo>
                  <a:pt x="11216" y="132427"/>
                  <a:pt x="15288" y="120997"/>
                  <a:pt x="23360" y="115997"/>
                </a:cubicBezTo>
                <a:lnTo>
                  <a:pt x="50292" y="99387"/>
                </a:lnTo>
                <a:cubicBezTo>
                  <a:pt x="50792" y="94833"/>
                  <a:pt x="51506" y="90368"/>
                  <a:pt x="52435" y="85814"/>
                </a:cubicBezTo>
                <a:cubicBezTo>
                  <a:pt x="53435" y="81260"/>
                  <a:pt x="54578" y="76885"/>
                  <a:pt x="56007" y="72688"/>
                </a:cubicBezTo>
                <a:lnTo>
                  <a:pt x="39362" y="41523"/>
                </a:lnTo>
                <a:cubicBezTo>
                  <a:pt x="34361" y="32147"/>
                  <a:pt x="35362" y="19735"/>
                  <a:pt x="41720" y="11787"/>
                </a:cubicBezTo>
                <a:lnTo>
                  <a:pt x="55436" y="-5358"/>
                </a:lnTo>
                <a:cubicBezTo>
                  <a:pt x="61793" y="-13305"/>
                  <a:pt x="71723" y="-14555"/>
                  <a:pt x="79224" y="-8305"/>
                </a:cubicBezTo>
                <a:lnTo>
                  <a:pt x="104227" y="12502"/>
                </a:lnTo>
                <a:cubicBezTo>
                  <a:pt x="111014" y="9019"/>
                  <a:pt x="118229" y="6519"/>
                  <a:pt x="125587" y="5269"/>
                </a:cubicBezTo>
                <a:lnTo>
                  <a:pt x="138874" y="-28307"/>
                </a:lnTo>
                <a:cubicBezTo>
                  <a:pt x="142875" y="-38398"/>
                  <a:pt x="151948" y="-43488"/>
                  <a:pt x="160663" y="-40630"/>
                </a:cubicBezTo>
                <a:close/>
                <a:moveTo>
                  <a:pt x="137446" y="75009"/>
                </a:moveTo>
                <a:cubicBezTo>
                  <a:pt x="120098" y="75009"/>
                  <a:pt x="106013" y="92615"/>
                  <a:pt x="106013" y="114300"/>
                </a:cubicBezTo>
                <a:cubicBezTo>
                  <a:pt x="106013" y="135985"/>
                  <a:pt x="120098" y="153591"/>
                  <a:pt x="137446" y="153591"/>
                </a:cubicBezTo>
                <a:cubicBezTo>
                  <a:pt x="154794" y="153591"/>
                  <a:pt x="168878" y="135985"/>
                  <a:pt x="168878" y="114300"/>
                </a:cubicBezTo>
                <a:cubicBezTo>
                  <a:pt x="168878" y="92615"/>
                  <a:pt x="154794" y="75009"/>
                  <a:pt x="137446" y="75009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6477000" y="4445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Engineering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842000" y="50165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Creating new derived features to improve prediction accuracy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414000" y="4191000"/>
            <a:ext cx="5080000" cy="1778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68000" y="444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60581" y="30718"/>
                </a:moveTo>
                <a:cubicBezTo>
                  <a:pt x="371296" y="26253"/>
                  <a:pt x="383530" y="28754"/>
                  <a:pt x="391745" y="36880"/>
                </a:cubicBezTo>
                <a:lnTo>
                  <a:pt x="448895" y="94030"/>
                </a:lnTo>
                <a:cubicBezTo>
                  <a:pt x="454253" y="99387"/>
                  <a:pt x="457289" y="106620"/>
                  <a:pt x="457289" y="114211"/>
                </a:cubicBezTo>
                <a:cubicBezTo>
                  <a:pt x="457289" y="121801"/>
                  <a:pt x="454253" y="129034"/>
                  <a:pt x="448895" y="134392"/>
                </a:cubicBezTo>
                <a:lnTo>
                  <a:pt x="391745" y="191542"/>
                </a:lnTo>
                <a:cubicBezTo>
                  <a:pt x="383530" y="199757"/>
                  <a:pt x="371296" y="202168"/>
                  <a:pt x="360581" y="197703"/>
                </a:cubicBezTo>
                <a:cubicBezTo>
                  <a:pt x="349865" y="193238"/>
                  <a:pt x="342900" y="182969"/>
                  <a:pt x="342900" y="171450"/>
                </a:cubicBezTo>
                <a:lnTo>
                  <a:pt x="342900" y="142875"/>
                </a:lnTo>
                <a:lnTo>
                  <a:pt x="314325" y="142875"/>
                </a:lnTo>
                <a:cubicBezTo>
                  <a:pt x="305306" y="142875"/>
                  <a:pt x="296823" y="147072"/>
                  <a:pt x="291465" y="154305"/>
                </a:cubicBezTo>
                <a:lnTo>
                  <a:pt x="262533" y="192881"/>
                </a:lnTo>
                <a:lnTo>
                  <a:pt x="226814" y="145286"/>
                </a:lnTo>
                <a:lnTo>
                  <a:pt x="245745" y="120015"/>
                </a:lnTo>
                <a:cubicBezTo>
                  <a:pt x="261908" y="98405"/>
                  <a:pt x="287357" y="85725"/>
                  <a:pt x="314325" y="85725"/>
                </a:cubicBezTo>
                <a:lnTo>
                  <a:pt x="342900" y="85725"/>
                </a:lnTo>
                <a:lnTo>
                  <a:pt x="342900" y="57150"/>
                </a:lnTo>
                <a:cubicBezTo>
                  <a:pt x="342900" y="45631"/>
                  <a:pt x="349865" y="35183"/>
                  <a:pt x="360581" y="30718"/>
                </a:cubicBezTo>
                <a:close/>
                <a:moveTo>
                  <a:pt x="137517" y="264319"/>
                </a:moveTo>
                <a:lnTo>
                  <a:pt x="173236" y="311914"/>
                </a:lnTo>
                <a:lnTo>
                  <a:pt x="154305" y="337185"/>
                </a:lnTo>
                <a:cubicBezTo>
                  <a:pt x="138142" y="358795"/>
                  <a:pt x="112693" y="371475"/>
                  <a:pt x="85725" y="371475"/>
                </a:cubicBezTo>
                <a:lnTo>
                  <a:pt x="28575" y="371475"/>
                </a:lnTo>
                <a:cubicBezTo>
                  <a:pt x="12769" y="371475"/>
                  <a:pt x="0" y="358706"/>
                  <a:pt x="0" y="342900"/>
                </a:cubicBezTo>
                <a:cubicBezTo>
                  <a:pt x="0" y="327094"/>
                  <a:pt x="12769" y="314325"/>
                  <a:pt x="28575" y="314325"/>
                </a:cubicBezTo>
                <a:lnTo>
                  <a:pt x="85725" y="314325"/>
                </a:lnTo>
                <a:cubicBezTo>
                  <a:pt x="94744" y="314325"/>
                  <a:pt x="103227" y="310128"/>
                  <a:pt x="108585" y="302895"/>
                </a:cubicBezTo>
                <a:lnTo>
                  <a:pt x="137517" y="264319"/>
                </a:lnTo>
                <a:close/>
                <a:moveTo>
                  <a:pt x="391656" y="420231"/>
                </a:moveTo>
                <a:cubicBezTo>
                  <a:pt x="383441" y="428446"/>
                  <a:pt x="371207" y="430857"/>
                  <a:pt x="360491" y="426393"/>
                </a:cubicBezTo>
                <a:cubicBezTo>
                  <a:pt x="349776" y="421928"/>
                  <a:pt x="342900" y="411569"/>
                  <a:pt x="342900" y="400050"/>
                </a:cubicBezTo>
                <a:lnTo>
                  <a:pt x="342900" y="371475"/>
                </a:lnTo>
                <a:lnTo>
                  <a:pt x="314325" y="371475"/>
                </a:lnTo>
                <a:cubicBezTo>
                  <a:pt x="287357" y="371475"/>
                  <a:pt x="261908" y="358795"/>
                  <a:pt x="245745" y="337185"/>
                </a:cubicBezTo>
                <a:lnTo>
                  <a:pt x="108585" y="154305"/>
                </a:lnTo>
                <a:cubicBezTo>
                  <a:pt x="103227" y="147072"/>
                  <a:pt x="94744" y="142875"/>
                  <a:pt x="85725" y="142875"/>
                </a:cubicBezTo>
                <a:lnTo>
                  <a:pt x="28575" y="142875"/>
                </a:lnTo>
                <a:cubicBezTo>
                  <a:pt x="12769" y="142875"/>
                  <a:pt x="0" y="130106"/>
                  <a:pt x="0" y="114300"/>
                </a:cubicBezTo>
                <a:cubicBezTo>
                  <a:pt x="0" y="98494"/>
                  <a:pt x="12769" y="85725"/>
                  <a:pt x="28575" y="85725"/>
                </a:cubicBezTo>
                <a:lnTo>
                  <a:pt x="85725" y="85725"/>
                </a:lnTo>
                <a:cubicBezTo>
                  <a:pt x="112693" y="85725"/>
                  <a:pt x="138142" y="98405"/>
                  <a:pt x="154305" y="120015"/>
                </a:cubicBezTo>
                <a:lnTo>
                  <a:pt x="291465" y="302895"/>
                </a:lnTo>
                <a:cubicBezTo>
                  <a:pt x="296823" y="310128"/>
                  <a:pt x="305306" y="314325"/>
                  <a:pt x="314325" y="314325"/>
                </a:cubicBezTo>
                <a:lnTo>
                  <a:pt x="342900" y="314325"/>
                </a:lnTo>
                <a:lnTo>
                  <a:pt x="342900" y="285750"/>
                </a:lnTo>
                <a:cubicBezTo>
                  <a:pt x="342900" y="274231"/>
                  <a:pt x="349865" y="263783"/>
                  <a:pt x="360581" y="259318"/>
                </a:cubicBezTo>
                <a:cubicBezTo>
                  <a:pt x="371296" y="254853"/>
                  <a:pt x="383530" y="257354"/>
                  <a:pt x="391745" y="265480"/>
                </a:cubicBezTo>
                <a:lnTo>
                  <a:pt x="448895" y="322630"/>
                </a:lnTo>
                <a:cubicBezTo>
                  <a:pt x="454253" y="327987"/>
                  <a:pt x="457289" y="335220"/>
                  <a:pt x="457289" y="342811"/>
                </a:cubicBezTo>
                <a:cubicBezTo>
                  <a:pt x="457289" y="350401"/>
                  <a:pt x="454253" y="357634"/>
                  <a:pt x="448895" y="362992"/>
                </a:cubicBezTo>
                <a:lnTo>
                  <a:pt x="391745" y="420142"/>
                </a:ln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28" name="Text 26"/>
          <p:cNvSpPr/>
          <p:nvPr/>
        </p:nvSpPr>
        <p:spPr>
          <a:xfrm>
            <a:off x="11303000" y="44450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Transformation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668000" y="50165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Scaling, normalization, and encoding for ML readiness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2000" y="6350000"/>
            <a:ext cx="14732000" cy="1905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31" name="Shape 29"/>
          <p:cNvSpPr/>
          <p:nvPr/>
        </p:nvSpPr>
        <p:spPr>
          <a:xfrm>
            <a:off x="762000" y="6350000"/>
            <a:ext cx="50800" cy="19050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2" name="Shape 30"/>
          <p:cNvSpPr/>
          <p:nvPr/>
        </p:nvSpPr>
        <p:spPr>
          <a:xfrm>
            <a:off x="1143000" y="6921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53836" y="38795"/>
                </a:moveTo>
                <a:lnTo>
                  <a:pt x="484540" y="187920"/>
                </a:lnTo>
                <a:cubicBezTo>
                  <a:pt x="508970" y="215801"/>
                  <a:pt x="508970" y="260449"/>
                  <a:pt x="484540" y="288330"/>
                </a:cubicBezTo>
                <a:lnTo>
                  <a:pt x="346604" y="445393"/>
                </a:lnTo>
                <a:cubicBezTo>
                  <a:pt x="338402" y="454720"/>
                  <a:pt x="324997" y="454819"/>
                  <a:pt x="316706" y="445591"/>
                </a:cubicBezTo>
                <a:cubicBezTo>
                  <a:pt x="308416" y="436364"/>
                  <a:pt x="308328" y="421283"/>
                  <a:pt x="316530" y="411956"/>
                </a:cubicBezTo>
                <a:lnTo>
                  <a:pt x="454466" y="254794"/>
                </a:lnTo>
                <a:cubicBezTo>
                  <a:pt x="462580" y="245566"/>
                  <a:pt x="462580" y="230584"/>
                  <a:pt x="454466" y="221357"/>
                </a:cubicBezTo>
                <a:lnTo>
                  <a:pt x="323674" y="72330"/>
                </a:lnTo>
                <a:cubicBezTo>
                  <a:pt x="315472" y="63004"/>
                  <a:pt x="315560" y="47923"/>
                  <a:pt x="323850" y="38695"/>
                </a:cubicBezTo>
                <a:cubicBezTo>
                  <a:pt x="332140" y="29468"/>
                  <a:pt x="345546" y="29567"/>
                  <a:pt x="353748" y="38894"/>
                </a:cubicBezTo>
                <a:close/>
                <a:moveTo>
                  <a:pt x="28310" y="227707"/>
                </a:moveTo>
                <a:lnTo>
                  <a:pt x="28310" y="95250"/>
                </a:lnTo>
                <a:cubicBezTo>
                  <a:pt x="28310" y="60226"/>
                  <a:pt x="53622" y="31750"/>
                  <a:pt x="84755" y="31750"/>
                </a:cubicBezTo>
                <a:lnTo>
                  <a:pt x="202494" y="31750"/>
                </a:lnTo>
                <a:cubicBezTo>
                  <a:pt x="217488" y="31750"/>
                  <a:pt x="231863" y="38398"/>
                  <a:pt x="242447" y="50304"/>
                </a:cubicBezTo>
                <a:lnTo>
                  <a:pt x="369447" y="193179"/>
                </a:lnTo>
                <a:cubicBezTo>
                  <a:pt x="391495" y="217984"/>
                  <a:pt x="391495" y="258167"/>
                  <a:pt x="369447" y="282972"/>
                </a:cubicBezTo>
                <a:lnTo>
                  <a:pt x="251707" y="415429"/>
                </a:lnTo>
                <a:cubicBezTo>
                  <a:pt x="229658" y="440234"/>
                  <a:pt x="193940" y="440234"/>
                  <a:pt x="171891" y="415429"/>
                </a:cubicBezTo>
                <a:lnTo>
                  <a:pt x="44891" y="272554"/>
                </a:lnTo>
                <a:cubicBezTo>
                  <a:pt x="34308" y="260648"/>
                  <a:pt x="28399" y="244475"/>
                  <a:pt x="28399" y="227608"/>
                </a:cubicBezTo>
                <a:close/>
                <a:moveTo>
                  <a:pt x="155310" y="142875"/>
                </a:moveTo>
                <a:cubicBezTo>
                  <a:pt x="155310" y="125352"/>
                  <a:pt x="142664" y="111125"/>
                  <a:pt x="127088" y="111125"/>
                </a:cubicBezTo>
                <a:cubicBezTo>
                  <a:pt x="111512" y="111125"/>
                  <a:pt x="98866" y="125352"/>
                  <a:pt x="98866" y="142875"/>
                </a:cubicBezTo>
                <a:cubicBezTo>
                  <a:pt x="98866" y="160398"/>
                  <a:pt x="111512" y="174625"/>
                  <a:pt x="127088" y="174625"/>
                </a:cubicBezTo>
                <a:cubicBezTo>
                  <a:pt x="142664" y="174625"/>
                  <a:pt x="155310" y="160398"/>
                  <a:pt x="155310" y="142875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3" name="Text 31"/>
          <p:cNvSpPr/>
          <p:nvPr/>
        </p:nvSpPr>
        <p:spPr>
          <a:xfrm>
            <a:off x="1905000" y="6667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4D3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LABEL ENCODING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905000" y="7112000"/>
            <a:ext cx="1333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Categorical variables (State, District, Crop, Season, Fertilizer) were encoded using label encoding where required, converting text categories into numerical representations suitable for machine learning algorithms.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715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200" kern="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732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/ 20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2000" y="1333500"/>
            <a:ext cx="1143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Engineered features that significantly improved model performance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2159000"/>
            <a:ext cx="4572000" cy="1270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159000"/>
            <a:ext cx="50800" cy="1270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2860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per Hectare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6000" y="26924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Normalized production metric for fair comparison across different farm sizes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88000" y="2159000"/>
            <a:ext cx="4572000" cy="1270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11" name="Shape 9"/>
          <p:cNvSpPr/>
          <p:nvPr/>
        </p:nvSpPr>
        <p:spPr>
          <a:xfrm>
            <a:off x="5588000" y="2159000"/>
            <a:ext cx="50800" cy="1270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842000" y="22860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Area Yield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842000" y="26924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Yield calculation based on cultivated area for productivity benchmarking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414000" y="2159000"/>
            <a:ext cx="5080000" cy="1270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14000" y="2159000"/>
            <a:ext cx="50800" cy="1270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8000" y="2286000"/>
            <a:ext cx="457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Predicted Yield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668000" y="2692400"/>
            <a:ext cx="457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ML-generated yield forecast used as a feature for recommendation engine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2000" y="3683000"/>
            <a:ext cx="4572000" cy="1270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762000" y="3683000"/>
            <a:ext cx="50800" cy="1270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38100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EA5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Yield Category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16000" y="42164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Categorical classification of yield ranges for simplified analysis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588000" y="3683000"/>
            <a:ext cx="4572000" cy="1270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588000" y="3683000"/>
            <a:ext cx="50800" cy="1270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5842000" y="38100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EA5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Weather Categories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842000" y="42164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Grouped weather conditions into actionable classification buckets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414000" y="3683000"/>
            <a:ext cx="5080000" cy="1270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10414000" y="3683000"/>
            <a:ext cx="50800" cy="1270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8" name="Text 26"/>
          <p:cNvSpPr/>
          <p:nvPr/>
        </p:nvSpPr>
        <p:spPr>
          <a:xfrm>
            <a:off x="10668000" y="3810000"/>
            <a:ext cx="457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EA5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Humidity Category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668000" y="4216400"/>
            <a:ext cx="457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Classified humidity levels to correlate with crop performance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2000" y="5207000"/>
            <a:ext cx="7112000" cy="1270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31" name="Shape 29"/>
          <p:cNvSpPr/>
          <p:nvPr/>
        </p:nvSpPr>
        <p:spPr>
          <a:xfrm>
            <a:off x="762000" y="5207000"/>
            <a:ext cx="50800" cy="12700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2" name="Text 30"/>
          <p:cNvSpPr/>
          <p:nvPr/>
        </p:nvSpPr>
        <p:spPr>
          <a:xfrm>
            <a:off x="1016000" y="53340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4D3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Priority Classification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16000" y="57404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Assigned priority levels (Immediate Action, High, Moderate, Routine) based on yield prediction and soil conditions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128000" y="5207000"/>
            <a:ext cx="7366000" cy="1270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35" name="Shape 33"/>
          <p:cNvSpPr/>
          <p:nvPr/>
        </p:nvSpPr>
        <p:spPr>
          <a:xfrm>
            <a:off x="8128000" y="5207000"/>
            <a:ext cx="50800" cy="12700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6" name="Text 34"/>
          <p:cNvSpPr/>
          <p:nvPr/>
        </p:nvSpPr>
        <p:spPr>
          <a:xfrm>
            <a:off x="8382000" y="5334000"/>
            <a:ext cx="685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4D3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Absolute Error &amp; Prediction Error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382000" y="5740400"/>
            <a:ext cx="6858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 metrics to continuously evaluate and improve prediction quality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62000" y="6858000"/>
            <a:ext cx="14732000" cy="1397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Shape 37"/>
          <p:cNvSpPr/>
          <p:nvPr/>
        </p:nvSpPr>
        <p:spPr>
          <a:xfrm>
            <a:off x="1143000" y="717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38667" y="158750"/>
                </a:moveTo>
                <a:cubicBezTo>
                  <a:pt x="323056" y="158750"/>
                  <a:pt x="310444" y="144562"/>
                  <a:pt x="310444" y="127000"/>
                </a:cubicBezTo>
                <a:cubicBezTo>
                  <a:pt x="310444" y="109438"/>
                  <a:pt x="323056" y="95250"/>
                  <a:pt x="338667" y="95250"/>
                </a:cubicBezTo>
                <a:lnTo>
                  <a:pt x="479778" y="95250"/>
                </a:lnTo>
                <a:cubicBezTo>
                  <a:pt x="495388" y="95250"/>
                  <a:pt x="508000" y="109438"/>
                  <a:pt x="508000" y="127000"/>
                </a:cubicBezTo>
                <a:lnTo>
                  <a:pt x="508000" y="285750"/>
                </a:lnTo>
                <a:cubicBezTo>
                  <a:pt x="508000" y="303312"/>
                  <a:pt x="495388" y="317500"/>
                  <a:pt x="479778" y="317500"/>
                </a:cubicBezTo>
                <a:cubicBezTo>
                  <a:pt x="464167" y="317500"/>
                  <a:pt x="451556" y="303312"/>
                  <a:pt x="451556" y="285750"/>
                </a:cubicBezTo>
                <a:lnTo>
                  <a:pt x="451556" y="203696"/>
                </a:lnTo>
                <a:lnTo>
                  <a:pt x="302154" y="371773"/>
                </a:lnTo>
                <a:cubicBezTo>
                  <a:pt x="291130" y="384175"/>
                  <a:pt x="273226" y="384175"/>
                  <a:pt x="262202" y="371773"/>
                </a:cubicBezTo>
                <a:lnTo>
                  <a:pt x="169333" y="267196"/>
                </a:lnTo>
                <a:lnTo>
                  <a:pt x="48154" y="403423"/>
                </a:lnTo>
                <a:cubicBezTo>
                  <a:pt x="37130" y="415826"/>
                  <a:pt x="19226" y="415826"/>
                  <a:pt x="8202" y="403423"/>
                </a:cubicBezTo>
                <a:cubicBezTo>
                  <a:pt x="-2822" y="391021"/>
                  <a:pt x="-2822" y="370880"/>
                  <a:pt x="8202" y="358477"/>
                </a:cubicBezTo>
                <a:lnTo>
                  <a:pt x="149313" y="199727"/>
                </a:lnTo>
                <a:cubicBezTo>
                  <a:pt x="160338" y="187325"/>
                  <a:pt x="178241" y="187325"/>
                  <a:pt x="189265" y="199727"/>
                </a:cubicBezTo>
                <a:lnTo>
                  <a:pt x="282222" y="304304"/>
                </a:lnTo>
                <a:lnTo>
                  <a:pt x="411603" y="158750"/>
                </a:lnTo>
                <a:lnTo>
                  <a:pt x="338667" y="158750"/>
                </a:lnTo>
                <a:close/>
              </a:path>
            </a:pathLst>
          </a:custGeom>
          <a:solidFill>
            <a:srgbClr val="0B1120"/>
          </a:solidFill>
          <a:ln/>
        </p:spPr>
      </p:sp>
      <p:sp>
        <p:nvSpPr>
          <p:cNvPr id="40" name="Text 38"/>
          <p:cNvSpPr/>
          <p:nvPr/>
        </p:nvSpPr>
        <p:spPr>
          <a:xfrm>
            <a:off x="1905000" y="7048500"/>
            <a:ext cx="1333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0B1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0B1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These engineered features significantly improved model performance, enabling more accurate yield predictions and better fertilizer recommendations for farmers.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71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200" kern="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/ 20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2000" y="1397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PROCESS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2000" y="2032000"/>
            <a:ext cx="1651000" cy="889000"/>
          </a:xfrm>
          <a:prstGeom prst="rect">
            <a:avLst/>
          </a:prstGeom>
          <a:solidFill>
            <a:srgbClr val="151D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000" y="2032000"/>
            <a:ext cx="1651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13000" y="2476500"/>
            <a:ext cx="508000" cy="0"/>
          </a:xfrm>
          <a:prstGeom prst="straightConnector1">
            <a:avLst/>
          </a:prstGeom>
          <a:noFill/>
          <a:ln w="25400">
            <a:solidFill>
              <a:srgbClr val="10B981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2921000" y="2032000"/>
            <a:ext cx="1651000" cy="889000"/>
          </a:xfrm>
          <a:prstGeom prst="rect">
            <a:avLst/>
          </a:prstGeom>
          <a:solidFill>
            <a:srgbClr val="151D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1000" y="2032000"/>
            <a:ext cx="1651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2476500"/>
            <a:ext cx="508000" cy="0"/>
          </a:xfrm>
          <a:prstGeom prst="straightConnector1">
            <a:avLst/>
          </a:prstGeom>
          <a:noFill/>
          <a:ln w="25400">
            <a:solidFill>
              <a:srgbClr val="10B981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5080000" y="2032000"/>
            <a:ext cx="1651000" cy="889000"/>
          </a:xfrm>
          <a:prstGeom prst="rect">
            <a:avLst/>
          </a:prstGeom>
          <a:solidFill>
            <a:srgbClr val="151D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80000" y="2032000"/>
            <a:ext cx="1651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31000" y="2476500"/>
            <a:ext cx="508000" cy="0"/>
          </a:xfrm>
          <a:prstGeom prst="straightConnector1">
            <a:avLst/>
          </a:prstGeom>
          <a:noFill/>
          <a:ln w="25400">
            <a:solidFill>
              <a:srgbClr val="10B981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7239000" y="2032000"/>
            <a:ext cx="1651000" cy="889000"/>
          </a:xfrm>
          <a:prstGeom prst="rect">
            <a:avLst/>
          </a:prstGeom>
          <a:solidFill>
            <a:srgbClr val="151D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39000" y="2032000"/>
            <a:ext cx="1651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TRAIN-TEST SPLIT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90000" y="2476500"/>
            <a:ext cx="508000" cy="0"/>
          </a:xfrm>
          <a:prstGeom prst="straightConnector1">
            <a:avLst/>
          </a:prstGeom>
          <a:noFill/>
          <a:ln w="25400">
            <a:solidFill>
              <a:srgbClr val="10B981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9398000" y="2032000"/>
            <a:ext cx="2794000" cy="889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9398000" y="2032000"/>
            <a:ext cx="279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0B1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2192000" y="2476500"/>
            <a:ext cx="508000" cy="0"/>
          </a:xfrm>
          <a:prstGeom prst="straightConnector1">
            <a:avLst/>
          </a:prstGeom>
          <a:noFill/>
          <a:ln w="25400">
            <a:solidFill>
              <a:srgbClr val="10B981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2700000" y="2032000"/>
            <a:ext cx="1397000" cy="889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12700000" y="2032000"/>
            <a:ext cx="1397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4097000" y="2476500"/>
            <a:ext cx="508000" cy="0"/>
          </a:xfrm>
          <a:prstGeom prst="straightConnector1">
            <a:avLst/>
          </a:prstGeom>
          <a:noFill/>
          <a:ln w="25400">
            <a:solidFill>
              <a:srgbClr val="10B981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4605000" y="2032000"/>
            <a:ext cx="889000" cy="8890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/>
          <p:nvPr/>
        </p:nvSpPr>
        <p:spPr>
          <a:xfrm>
            <a:off x="14605000" y="2032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0B1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2000" y="3556000"/>
            <a:ext cx="7112000" cy="4826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762000" y="3556000"/>
            <a:ext cx="7112000" cy="50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6000" y="3873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-31750"/>
                </a:moveTo>
                <a:cubicBezTo>
                  <a:pt x="261938" y="-31750"/>
                  <a:pt x="269535" y="-28674"/>
                  <a:pt x="274751" y="-23316"/>
                </a:cubicBezTo>
                <a:lnTo>
                  <a:pt x="428965" y="135434"/>
                </a:lnTo>
                <a:cubicBezTo>
                  <a:pt x="435882" y="142478"/>
                  <a:pt x="437356" y="152400"/>
                  <a:pt x="432934" y="160834"/>
                </a:cubicBezTo>
                <a:cubicBezTo>
                  <a:pt x="428512" y="169267"/>
                  <a:pt x="418873" y="174625"/>
                  <a:pt x="408214" y="174625"/>
                </a:cubicBezTo>
                <a:lnTo>
                  <a:pt x="379979" y="174625"/>
                </a:lnTo>
                <a:lnTo>
                  <a:pt x="465251" y="262434"/>
                </a:lnTo>
                <a:cubicBezTo>
                  <a:pt x="472168" y="269478"/>
                  <a:pt x="473642" y="279400"/>
                  <a:pt x="469220" y="287834"/>
                </a:cubicBezTo>
                <a:cubicBezTo>
                  <a:pt x="464797" y="296267"/>
                  <a:pt x="455159" y="301625"/>
                  <a:pt x="444500" y="301625"/>
                </a:cubicBezTo>
                <a:lnTo>
                  <a:pt x="400844" y="301625"/>
                </a:lnTo>
                <a:lnTo>
                  <a:pt x="501537" y="405309"/>
                </a:lnTo>
                <a:cubicBezTo>
                  <a:pt x="508454" y="412353"/>
                  <a:pt x="509928" y="422275"/>
                  <a:pt x="505505" y="430709"/>
                </a:cubicBezTo>
                <a:cubicBezTo>
                  <a:pt x="501083" y="439142"/>
                  <a:pt x="491445" y="444500"/>
                  <a:pt x="480786" y="444500"/>
                </a:cubicBezTo>
                <a:lnTo>
                  <a:pt x="290286" y="444500"/>
                </a:lnTo>
                <a:lnTo>
                  <a:pt x="290286" y="508000"/>
                </a:lnTo>
                <a:cubicBezTo>
                  <a:pt x="290286" y="525562"/>
                  <a:pt x="274071" y="539750"/>
                  <a:pt x="254000" y="539750"/>
                </a:cubicBezTo>
                <a:cubicBezTo>
                  <a:pt x="233929" y="539750"/>
                  <a:pt x="217714" y="525562"/>
                  <a:pt x="217714" y="508000"/>
                </a:cubicBezTo>
                <a:lnTo>
                  <a:pt x="217714" y="444500"/>
                </a:lnTo>
                <a:lnTo>
                  <a:pt x="27214" y="444500"/>
                </a:lnTo>
                <a:cubicBezTo>
                  <a:pt x="16555" y="444500"/>
                  <a:pt x="6917" y="439142"/>
                  <a:pt x="2495" y="430709"/>
                </a:cubicBezTo>
                <a:cubicBezTo>
                  <a:pt x="-1928" y="422275"/>
                  <a:pt x="-454" y="412353"/>
                  <a:pt x="6463" y="405309"/>
                </a:cubicBezTo>
                <a:lnTo>
                  <a:pt x="107156" y="301625"/>
                </a:lnTo>
                <a:lnTo>
                  <a:pt x="63500" y="301625"/>
                </a:lnTo>
                <a:cubicBezTo>
                  <a:pt x="52841" y="301625"/>
                  <a:pt x="43203" y="296267"/>
                  <a:pt x="38780" y="287834"/>
                </a:cubicBezTo>
                <a:cubicBezTo>
                  <a:pt x="34358" y="279400"/>
                  <a:pt x="35832" y="269478"/>
                  <a:pt x="42749" y="262434"/>
                </a:cubicBezTo>
                <a:lnTo>
                  <a:pt x="128021" y="174625"/>
                </a:lnTo>
                <a:lnTo>
                  <a:pt x="99786" y="174625"/>
                </a:lnTo>
                <a:cubicBezTo>
                  <a:pt x="89127" y="174625"/>
                  <a:pt x="79488" y="169267"/>
                  <a:pt x="75066" y="160834"/>
                </a:cubicBezTo>
                <a:cubicBezTo>
                  <a:pt x="70644" y="152400"/>
                  <a:pt x="72118" y="142478"/>
                  <a:pt x="79035" y="135434"/>
                </a:cubicBezTo>
                <a:lnTo>
                  <a:pt x="233249" y="-23316"/>
                </a:lnTo>
                <a:cubicBezTo>
                  <a:pt x="238465" y="-28674"/>
                  <a:pt x="246063" y="-31750"/>
                  <a:pt x="254000" y="-3175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1714500" y="3873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 REGRESSOR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16000" y="4572000"/>
            <a:ext cx="6604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Random Forest?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Handles high-dimensional agricultural data effectively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Robust to outliers and missing values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Provides feature importance rankings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Reduces overfitting through ensemble averaging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Excellent performance with mixed data types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128000" y="3556000"/>
            <a:ext cx="7366000" cy="4826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32" name="Shape 30"/>
          <p:cNvSpPr/>
          <p:nvPr/>
        </p:nvSpPr>
        <p:spPr>
          <a:xfrm>
            <a:off x="8128000" y="3556000"/>
            <a:ext cx="7366000" cy="50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3" name="Shape 31"/>
          <p:cNvSpPr/>
          <p:nvPr/>
        </p:nvSpPr>
        <p:spPr>
          <a:xfrm>
            <a:off x="8382000" y="3873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1750" y="31750"/>
                </a:moveTo>
                <a:cubicBezTo>
                  <a:pt x="49312" y="31750"/>
                  <a:pt x="63500" y="45938"/>
                  <a:pt x="63500" y="63500"/>
                </a:cubicBezTo>
                <a:lnTo>
                  <a:pt x="63500" y="396875"/>
                </a:lnTo>
                <a:cubicBezTo>
                  <a:pt x="63500" y="405606"/>
                  <a:pt x="70644" y="412750"/>
                  <a:pt x="79375" y="412750"/>
                </a:cubicBezTo>
                <a:lnTo>
                  <a:pt x="476250" y="412750"/>
                </a:lnTo>
                <a:cubicBezTo>
                  <a:pt x="493812" y="412750"/>
                  <a:pt x="508000" y="426938"/>
                  <a:pt x="508000" y="444500"/>
                </a:cubicBezTo>
                <a:cubicBezTo>
                  <a:pt x="508000" y="462062"/>
                  <a:pt x="493812" y="476250"/>
                  <a:pt x="476250" y="476250"/>
                </a:cubicBezTo>
                <a:lnTo>
                  <a:pt x="79375" y="476250"/>
                </a:lnTo>
                <a:cubicBezTo>
                  <a:pt x="35520" y="476250"/>
                  <a:pt x="0" y="440730"/>
                  <a:pt x="0" y="396875"/>
                </a:cubicBezTo>
                <a:lnTo>
                  <a:pt x="0" y="63500"/>
                </a:lnTo>
                <a:cubicBezTo>
                  <a:pt x="0" y="45938"/>
                  <a:pt x="14188" y="31750"/>
                  <a:pt x="31750" y="31750"/>
                </a:cubicBezTo>
                <a:close/>
                <a:moveTo>
                  <a:pt x="127000" y="95250"/>
                </a:moveTo>
                <a:cubicBezTo>
                  <a:pt x="127000" y="77688"/>
                  <a:pt x="141188" y="63500"/>
                  <a:pt x="158750" y="63500"/>
                </a:cubicBezTo>
                <a:lnTo>
                  <a:pt x="349250" y="63500"/>
                </a:lnTo>
                <a:cubicBezTo>
                  <a:pt x="366812" y="63500"/>
                  <a:pt x="381000" y="77688"/>
                  <a:pt x="381000" y="95250"/>
                </a:cubicBezTo>
                <a:cubicBezTo>
                  <a:pt x="381000" y="112812"/>
                  <a:pt x="366812" y="127000"/>
                  <a:pt x="349250" y="127000"/>
                </a:cubicBezTo>
                <a:lnTo>
                  <a:pt x="158750" y="127000"/>
                </a:lnTo>
                <a:cubicBezTo>
                  <a:pt x="141188" y="127000"/>
                  <a:pt x="127000" y="112812"/>
                  <a:pt x="127000" y="95250"/>
                </a:cubicBezTo>
                <a:close/>
                <a:moveTo>
                  <a:pt x="158750" y="174625"/>
                </a:moveTo>
                <a:lnTo>
                  <a:pt x="285750" y="174625"/>
                </a:lnTo>
                <a:cubicBezTo>
                  <a:pt x="303312" y="174625"/>
                  <a:pt x="317500" y="188813"/>
                  <a:pt x="317500" y="206375"/>
                </a:cubicBezTo>
                <a:cubicBezTo>
                  <a:pt x="317500" y="223937"/>
                  <a:pt x="303312" y="238125"/>
                  <a:pt x="285750" y="238125"/>
                </a:cubicBezTo>
                <a:lnTo>
                  <a:pt x="158750" y="238125"/>
                </a:lnTo>
                <a:cubicBezTo>
                  <a:pt x="141188" y="238125"/>
                  <a:pt x="127000" y="223937"/>
                  <a:pt x="127000" y="206375"/>
                </a:cubicBezTo>
                <a:cubicBezTo>
                  <a:pt x="127000" y="188813"/>
                  <a:pt x="141188" y="174625"/>
                  <a:pt x="158750" y="174625"/>
                </a:cubicBezTo>
                <a:close/>
                <a:moveTo>
                  <a:pt x="158750" y="285750"/>
                </a:moveTo>
                <a:lnTo>
                  <a:pt x="412750" y="285750"/>
                </a:lnTo>
                <a:cubicBezTo>
                  <a:pt x="430312" y="285750"/>
                  <a:pt x="444500" y="299938"/>
                  <a:pt x="444500" y="317500"/>
                </a:cubicBezTo>
                <a:cubicBezTo>
                  <a:pt x="444500" y="335062"/>
                  <a:pt x="430312" y="349250"/>
                  <a:pt x="412750" y="349250"/>
                </a:cubicBezTo>
                <a:lnTo>
                  <a:pt x="158750" y="349250"/>
                </a:lnTo>
                <a:cubicBezTo>
                  <a:pt x="141188" y="349250"/>
                  <a:pt x="127000" y="335062"/>
                  <a:pt x="127000" y="317500"/>
                </a:cubicBezTo>
                <a:cubicBezTo>
                  <a:pt x="127000" y="299938"/>
                  <a:pt x="141188" y="285750"/>
                  <a:pt x="158750" y="285750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34" name="Text 32"/>
          <p:cNvSpPr/>
          <p:nvPr/>
        </p:nvSpPr>
        <p:spPr>
          <a:xfrm>
            <a:off x="9080500" y="3873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0EA5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METRICS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382000" y="4699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82000" y="5080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8382000" y="5778500"/>
            <a:ext cx="304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Absolute Error measures average prediction accuracy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1684000" y="4699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RMSE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684000" y="5080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11684000" y="5778500"/>
            <a:ext cx="355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Root Mean Square Error penalizes large prediction errors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382000" y="6731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R² SCORE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382000" y="7112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34D3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3600" dirty="0"/>
          </a:p>
        </p:txBody>
      </p:sp>
      <p:sp>
        <p:nvSpPr>
          <p:cNvPr id="43" name="Text 41"/>
          <p:cNvSpPr/>
          <p:nvPr/>
        </p:nvSpPr>
        <p:spPr>
          <a:xfrm>
            <a:off x="8382000" y="7747000"/>
            <a:ext cx="304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Coefficient of determination indicates strong model fit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715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200" kern="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RECOMMENDATION ENGINE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/ 20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7112000" cy="3937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24000"/>
            <a:ext cx="7112000" cy="50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778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PARAMETERS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6000" y="2222500"/>
            <a:ext cx="6604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Soil Nutrients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N, P, K levels and pH values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 Conditions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Rainfall, temperature, humidity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Crop Type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Specific crop being cultivated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State and district information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Season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Kharif, Rabi, or Whole Year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Predicted Yield</a:t>
            </a:r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ML-generated yield forecast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874000" y="3048000"/>
            <a:ext cx="762000" cy="0"/>
          </a:xfrm>
          <a:prstGeom prst="straightConnector1">
            <a:avLst/>
          </a:prstGeom>
          <a:noFill/>
          <a:ln w="38100">
            <a:solidFill>
              <a:srgbClr val="10B981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8636000" y="1524000"/>
            <a:ext cx="6858000" cy="3556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11" name="Shape 9"/>
          <p:cNvSpPr/>
          <p:nvPr/>
        </p:nvSpPr>
        <p:spPr>
          <a:xfrm>
            <a:off x="8636000" y="1524000"/>
            <a:ext cx="6858000" cy="508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8890000" y="1778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34D3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90000" y="2286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4D3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Recommended Fertilizer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890000" y="2857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4D3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●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</a:t>
            </a:r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Priority Classification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890000" y="34925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engine analyzes all input parameters and generates a tailored fertilizer recommendation along with an action priority level to guide farming decisions.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2000" y="5461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PRIORITY LEVELS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2000" y="5969000"/>
            <a:ext cx="3429000" cy="1016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5969000"/>
            <a:ext cx="3429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IMMEDIATE ACTION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45000" y="5969000"/>
            <a:ext cx="3429000" cy="101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445000" y="5969000"/>
            <a:ext cx="3429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0B1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PRIORITY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28000" y="5969000"/>
            <a:ext cx="3429000" cy="1016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8128000" y="5969000"/>
            <a:ext cx="3429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MODERATE PRIORITY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811000" y="5969000"/>
            <a:ext cx="3683000" cy="101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11000" y="5969000"/>
            <a:ext cx="3683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ROUTINE MONITORING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7302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Priority is determined based on predicted yield deviation from optimal, soil nutrient deficiency severity, and weather risk factors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71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200" kern="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STREAMLIT DASHBOARD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 / 20</a:t>
            </a:r>
            <a:endParaRPr lang="en-US" sz="1400" dirty="0"/>
          </a:p>
        </p:txBody>
      </p:sp>
      <p:pic>
        <p:nvPicPr>
          <p:cNvPr id="5" name="Image 0" descr="https://kimi-img.moonshot.cn/pub/slides/okc/kdrg7yvbyew54/mnt/agents/upload/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2000" y="1397000"/>
            <a:ext cx="14732000" cy="6350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2000" y="1397000"/>
            <a:ext cx="14732000" cy="6350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2000" y="7874000"/>
            <a:ext cx="14732000" cy="635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78740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Executive KPIs Overview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Real-time metrics showing 221.21K records, 35 states, 661 districts, 55 crops, 223.63B production, 81.60 t/ha average yield, and 108 recommendations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71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200" kern="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 BI DASHBOARD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/ 20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7112000" cy="7112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24000"/>
            <a:ext cx="7112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841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51908" y="238125"/>
                </a:moveTo>
                <a:lnTo>
                  <a:pt x="296686" y="238125"/>
                </a:lnTo>
                <a:cubicBezTo>
                  <a:pt x="281076" y="238125"/>
                  <a:pt x="268464" y="223937"/>
                  <a:pt x="268464" y="206375"/>
                </a:cubicBezTo>
                <a:lnTo>
                  <a:pt x="268464" y="31750"/>
                </a:lnTo>
                <a:cubicBezTo>
                  <a:pt x="268464" y="14188"/>
                  <a:pt x="281164" y="-198"/>
                  <a:pt x="296598" y="2084"/>
                </a:cubicBezTo>
                <a:cubicBezTo>
                  <a:pt x="390966" y="16173"/>
                  <a:pt x="465755" y="100310"/>
                  <a:pt x="478278" y="206474"/>
                </a:cubicBezTo>
                <a:cubicBezTo>
                  <a:pt x="480307" y="223838"/>
                  <a:pt x="467519" y="238125"/>
                  <a:pt x="451908" y="238125"/>
                </a:cubicBezTo>
                <a:close/>
                <a:moveTo>
                  <a:pt x="196321" y="36909"/>
                </a:moveTo>
                <a:cubicBezTo>
                  <a:pt x="212284" y="33139"/>
                  <a:pt x="226131" y="47823"/>
                  <a:pt x="226131" y="66179"/>
                </a:cubicBezTo>
                <a:lnTo>
                  <a:pt x="226131" y="261937"/>
                </a:lnTo>
                <a:cubicBezTo>
                  <a:pt x="226131" y="267494"/>
                  <a:pt x="227894" y="272852"/>
                  <a:pt x="230981" y="277118"/>
                </a:cubicBezTo>
                <a:lnTo>
                  <a:pt x="347486" y="435273"/>
                </a:lnTo>
                <a:cubicBezTo>
                  <a:pt x="357805" y="449263"/>
                  <a:pt x="355600" y="470396"/>
                  <a:pt x="341401" y="479028"/>
                </a:cubicBezTo>
                <a:cubicBezTo>
                  <a:pt x="311326" y="497483"/>
                  <a:pt x="276842" y="508000"/>
                  <a:pt x="240242" y="508000"/>
                </a:cubicBezTo>
                <a:cubicBezTo>
                  <a:pt x="123384" y="508000"/>
                  <a:pt x="28575" y="401340"/>
                  <a:pt x="28575" y="269875"/>
                </a:cubicBezTo>
                <a:cubicBezTo>
                  <a:pt x="28575" y="155277"/>
                  <a:pt x="100453" y="59630"/>
                  <a:pt x="196321" y="36909"/>
                </a:cubicBezTo>
                <a:close/>
                <a:moveTo>
                  <a:pt x="421393" y="285750"/>
                </a:moveTo>
                <a:lnTo>
                  <a:pt x="477838" y="285750"/>
                </a:lnTo>
                <a:cubicBezTo>
                  <a:pt x="494153" y="285750"/>
                  <a:pt x="507206" y="301327"/>
                  <a:pt x="503855" y="319286"/>
                </a:cubicBezTo>
                <a:cubicBezTo>
                  <a:pt x="494859" y="367308"/>
                  <a:pt x="472987" y="409972"/>
                  <a:pt x="442472" y="442516"/>
                </a:cubicBezTo>
                <a:cubicBezTo>
                  <a:pt x="431624" y="454124"/>
                  <a:pt x="414602" y="451644"/>
                  <a:pt x="405077" y="438646"/>
                </a:cubicBezTo>
                <a:lnTo>
                  <a:pt x="330641" y="337741"/>
                </a:lnTo>
                <a:cubicBezTo>
                  <a:pt x="315383" y="317004"/>
                  <a:pt x="328524" y="285750"/>
                  <a:pt x="352337" y="285750"/>
                </a:cubicBezTo>
                <a:lnTo>
                  <a:pt x="421305" y="28575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714500" y="1841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BI DASHBOARD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16000" y="2603500"/>
            <a:ext cx="660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intelligence dashboard designed for executives and decision-makers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16000" y="3556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KPIs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16000" y="3937000"/>
            <a:ext cx="660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Dataset Records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States, Crops, Districts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Seasons and Years coverage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16000" y="5715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16000" y="6096000"/>
            <a:ext cx="6604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Production by State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Top Crops Analysis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Season Distribution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Fertilizer Distribution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Prediction Error Analysis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Priority Distribution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0" y="1524000"/>
            <a:ext cx="7366000" cy="6858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8128000" y="1524000"/>
            <a:ext cx="7366000" cy="50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Shape 14"/>
          <p:cNvSpPr/>
          <p:nvPr/>
        </p:nvSpPr>
        <p:spPr>
          <a:xfrm>
            <a:off x="8382000" y="1841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44500" y="254000"/>
                </a:moveTo>
                <a:cubicBezTo>
                  <a:pt x="444500" y="148860"/>
                  <a:pt x="359140" y="63500"/>
                  <a:pt x="254000" y="63500"/>
                </a:cubicBezTo>
                <a:cubicBezTo>
                  <a:pt x="148860" y="63500"/>
                  <a:pt x="63500" y="148860"/>
                  <a:pt x="63500" y="254000"/>
                </a:cubicBezTo>
                <a:cubicBezTo>
                  <a:pt x="63500" y="359140"/>
                  <a:pt x="148860" y="444500"/>
                  <a:pt x="254000" y="444500"/>
                </a:cubicBezTo>
                <a:cubicBezTo>
                  <a:pt x="359140" y="444500"/>
                  <a:pt x="444500" y="359140"/>
                  <a:pt x="444500" y="254000"/>
                </a:cubicBezTo>
                <a:close/>
                <a:moveTo>
                  <a:pt x="0" y="254000"/>
                </a:moveTo>
                <a:cubicBezTo>
                  <a:pt x="0" y="113814"/>
                  <a:pt x="113814" y="0"/>
                  <a:pt x="254000" y="0"/>
                </a:cubicBez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lose/>
                <a:moveTo>
                  <a:pt x="254000" y="333375"/>
                </a:moveTo>
                <a:cubicBezTo>
                  <a:pt x="297808" y="333375"/>
                  <a:pt x="333375" y="297808"/>
                  <a:pt x="333375" y="254000"/>
                </a:cubicBezTo>
                <a:cubicBezTo>
                  <a:pt x="333375" y="210192"/>
                  <a:pt x="297808" y="174625"/>
                  <a:pt x="254000" y="174625"/>
                </a:cubicBezTo>
                <a:cubicBezTo>
                  <a:pt x="210192" y="174625"/>
                  <a:pt x="174625" y="210192"/>
                  <a:pt x="174625" y="254000"/>
                </a:cubicBezTo>
                <a:cubicBezTo>
                  <a:pt x="174625" y="297808"/>
                  <a:pt x="210192" y="333375"/>
                  <a:pt x="254000" y="333375"/>
                </a:cubicBezTo>
                <a:close/>
                <a:moveTo>
                  <a:pt x="254000" y="111125"/>
                </a:moveTo>
                <a:cubicBezTo>
                  <a:pt x="332855" y="111125"/>
                  <a:pt x="396875" y="175145"/>
                  <a:pt x="396875" y="254000"/>
                </a:cubicBezTo>
                <a:cubicBezTo>
                  <a:pt x="396875" y="332855"/>
                  <a:pt x="332855" y="396875"/>
                  <a:pt x="254000" y="396875"/>
                </a:cubicBezTo>
                <a:cubicBezTo>
                  <a:pt x="175145" y="396875"/>
                  <a:pt x="111125" y="332855"/>
                  <a:pt x="111125" y="254000"/>
                </a:cubicBezTo>
                <a:cubicBezTo>
                  <a:pt x="111125" y="175145"/>
                  <a:pt x="175145" y="111125"/>
                  <a:pt x="254000" y="111125"/>
                </a:cubicBezTo>
                <a:close/>
                <a:moveTo>
                  <a:pt x="222250" y="254000"/>
                </a:moveTo>
                <a:cubicBezTo>
                  <a:pt x="222250" y="236477"/>
                  <a:pt x="236477" y="222250"/>
                  <a:pt x="254000" y="222250"/>
                </a:cubicBezTo>
                <a:cubicBezTo>
                  <a:pt x="271523" y="222250"/>
                  <a:pt x="285750" y="236477"/>
                  <a:pt x="285750" y="254000"/>
                </a:cubicBezTo>
                <a:cubicBezTo>
                  <a:pt x="285750" y="271523"/>
                  <a:pt x="271523" y="285750"/>
                  <a:pt x="254000" y="285750"/>
                </a:cubicBezTo>
                <a:cubicBezTo>
                  <a:pt x="236477" y="285750"/>
                  <a:pt x="222250" y="271523"/>
                  <a:pt x="222250" y="25400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9080500" y="18415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INTELLIGENCE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82000" y="26670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 BI transforms raw agricultural data into actionable business intelligence for stakeholders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82000" y="3937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AUDIENCE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82000" y="43180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Agricultural Officers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Government Departments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Policy Makers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AgriTech Companies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Research Organizations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382000" y="7112000"/>
            <a:ext cx="6858000" cy="1016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636000" y="7112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B1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B1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Enable data-driven policy decisions and strategic agricultural planning at scale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715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200" kern="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INSIGHTS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/ 20</a:t>
            </a:r>
            <a:endParaRPr lang="en-US" sz="1400" dirty="0"/>
          </a:p>
        </p:txBody>
      </p:sp>
      <p:pic>
        <p:nvPicPr>
          <p:cNvPr id="5" name="Image 0" descr="https://kimi-img.moonshot.cn/pub/slides/okc/kdrg7yvbyew54/mnt/agents/upload/image(1)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2400" y="1397000"/>
            <a:ext cx="5435600" cy="2921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52400" y="1397000"/>
            <a:ext cx="5435600" cy="2921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2000" y="4381500"/>
            <a:ext cx="482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State-wise Crop Performance</a:t>
            </a:r>
            <a:endParaRPr lang="en-US" sz="1400" dirty="0"/>
          </a:p>
        </p:txBody>
      </p:sp>
      <p:pic>
        <p:nvPicPr>
          <p:cNvPr id="8" name="Image 1" descr="https://kimi-img.moonshot.cn/pub/slides/okc/kdrg7yvbyew54/mnt/agents/upload/image(2)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15000" y="1397000"/>
            <a:ext cx="5384800" cy="2921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715000" y="1397000"/>
            <a:ext cx="5384800" cy="2921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715000" y="4381500"/>
            <a:ext cx="482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&amp; Yield Trends</a:t>
            </a:r>
            <a:endParaRPr lang="en-US" sz="1400" dirty="0"/>
          </a:p>
        </p:txBody>
      </p:sp>
      <p:pic>
        <p:nvPicPr>
          <p:cNvPr id="11" name="Image 2" descr="https://kimi-img.moonshot.cn/pub/slides/okc/kdrg7yvbyew54/mnt/agents/upload/image(3)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099800" y="1397000"/>
            <a:ext cx="5156200" cy="29210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1099800" y="1397000"/>
            <a:ext cx="5156200" cy="2921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0668000" y="4381500"/>
            <a:ext cx="482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Season Analysis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762000" y="5207000"/>
            <a:ext cx="14732000" cy="3175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15" name="Text 10"/>
          <p:cNvSpPr/>
          <p:nvPr/>
        </p:nvSpPr>
        <p:spPr>
          <a:xfrm>
            <a:off x="1016000" y="5397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16000" y="5842000"/>
            <a:ext cx="6858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✔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Yield States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identified for benchmarking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✔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Performing Crops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ranked by region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✔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Seasonal Trends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analyzed for planning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✔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Fertilizer Demand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mapped across states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128000" y="5842000"/>
            <a:ext cx="7112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✔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Priority Recommendations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generated automatically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✔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 Performance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continuously evaluated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✔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Distribution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visualized geographically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71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200" kern="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 &amp; MODEL EVALUATION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 / 20</a:t>
            </a:r>
            <a:endParaRPr lang="en-US" sz="1400" dirty="0"/>
          </a:p>
        </p:txBody>
      </p:sp>
      <p:pic>
        <p:nvPicPr>
          <p:cNvPr id="5" name="Image 0" descr="https://kimi-img.moonshot.cn/pub/slides/okc/kdrg7yvbyew54/mnt/agents/upload/image(4)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2000" y="1333500"/>
            <a:ext cx="6400800" cy="3238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2000" y="1333500"/>
            <a:ext cx="6400800" cy="32385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49400" y="4572000"/>
            <a:ext cx="482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Actual vs Predicted Yield</a:t>
            </a:r>
            <a:endParaRPr lang="en-US" sz="1400" dirty="0"/>
          </a:p>
        </p:txBody>
      </p:sp>
      <p:pic>
        <p:nvPicPr>
          <p:cNvPr id="8" name="Image 1" descr="https://kimi-img.moonshot.cn/pub/slides/okc/kdrg7yvbyew54/mnt/agents/upload/image(7)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509000" y="1333500"/>
            <a:ext cx="6858000" cy="32385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509000" y="1333500"/>
            <a:ext cx="6858000" cy="32385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207500" y="4572000"/>
            <a:ext cx="482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Priority by State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62000" y="5207000"/>
            <a:ext cx="14732000" cy="3175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12" name="Text 8"/>
          <p:cNvSpPr/>
          <p:nvPr/>
        </p:nvSpPr>
        <p:spPr>
          <a:xfrm>
            <a:off x="1016000" y="5397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METRICS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016000" y="5905500"/>
            <a:ext cx="4445000" cy="698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0"/>
          <p:cNvSpPr/>
          <p:nvPr/>
        </p:nvSpPr>
        <p:spPr>
          <a:xfrm>
            <a:off x="1270000" y="594360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270000" y="6248400"/>
            <a:ext cx="3937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Mean Absolute Error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715000" y="5905500"/>
            <a:ext cx="4445000" cy="698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3"/>
          <p:cNvSpPr/>
          <p:nvPr/>
        </p:nvSpPr>
        <p:spPr>
          <a:xfrm>
            <a:off x="5969000" y="594360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RMSE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969000" y="6248400"/>
            <a:ext cx="3937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Root Mean Square Error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10414000" y="5905500"/>
            <a:ext cx="4826000" cy="698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6"/>
          <p:cNvSpPr/>
          <p:nvPr/>
        </p:nvSpPr>
        <p:spPr>
          <a:xfrm>
            <a:off x="10668000" y="594360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R² SCORE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0668000" y="6248400"/>
            <a:ext cx="431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34D3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Coefficient of Determination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016000" y="7239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Random Forest model demonstrates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correlation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between actual and predicted yield values. Absolute Error and Prediction Error metrics are generated to continuously analyze and improve prediction quality.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715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200" kern="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 / 20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2000" y="1333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Planned enhancements to expand AgriIntel capabilities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2159000"/>
            <a:ext cx="4699000" cy="1397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47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20040" y="-11748"/>
                </a:moveTo>
                <a:cubicBezTo>
                  <a:pt x="323497" y="-10160"/>
                  <a:pt x="326037" y="-6667"/>
                  <a:pt x="326743" y="-2540"/>
                </a:cubicBezTo>
                <a:lnTo>
                  <a:pt x="338667" y="63500"/>
                </a:lnTo>
                <a:lnTo>
                  <a:pt x="397369" y="76835"/>
                </a:lnTo>
                <a:cubicBezTo>
                  <a:pt x="401038" y="77708"/>
                  <a:pt x="404072" y="80486"/>
                  <a:pt x="405553" y="84376"/>
                </a:cubicBezTo>
                <a:cubicBezTo>
                  <a:pt x="407035" y="88265"/>
                  <a:pt x="406612" y="92710"/>
                  <a:pt x="404566" y="96203"/>
                </a:cubicBezTo>
                <a:lnTo>
                  <a:pt x="371475" y="152321"/>
                </a:lnTo>
                <a:lnTo>
                  <a:pt x="404566" y="208439"/>
                </a:lnTo>
                <a:cubicBezTo>
                  <a:pt x="406612" y="211931"/>
                  <a:pt x="407035" y="216376"/>
                  <a:pt x="405553" y="220266"/>
                </a:cubicBezTo>
                <a:cubicBezTo>
                  <a:pt x="404072" y="224155"/>
                  <a:pt x="401038" y="227013"/>
                  <a:pt x="397369" y="227806"/>
                </a:cubicBezTo>
                <a:lnTo>
                  <a:pt x="353483" y="237887"/>
                </a:lnTo>
                <a:cubicBezTo>
                  <a:pt x="345087" y="230981"/>
                  <a:pt x="335774" y="225504"/>
                  <a:pt x="325684" y="221694"/>
                </a:cubicBezTo>
                <a:cubicBezTo>
                  <a:pt x="323921" y="211614"/>
                  <a:pt x="320887" y="202089"/>
                  <a:pt x="316724" y="193358"/>
                </a:cubicBezTo>
                <a:cubicBezTo>
                  <a:pt x="323427" y="181531"/>
                  <a:pt x="327378" y="167481"/>
                  <a:pt x="327378" y="152321"/>
                </a:cubicBezTo>
                <a:cubicBezTo>
                  <a:pt x="327378" y="110252"/>
                  <a:pt x="297039" y="76121"/>
                  <a:pt x="259644" y="76121"/>
                </a:cubicBezTo>
                <a:cubicBezTo>
                  <a:pt x="225848" y="76121"/>
                  <a:pt x="197838" y="103981"/>
                  <a:pt x="192758" y="140335"/>
                </a:cubicBezTo>
                <a:cubicBezTo>
                  <a:pt x="174061" y="124222"/>
                  <a:pt x="150777" y="114538"/>
                  <a:pt x="125448" y="114221"/>
                </a:cubicBezTo>
                <a:lnTo>
                  <a:pt x="114794" y="96203"/>
                </a:lnTo>
                <a:cubicBezTo>
                  <a:pt x="112748" y="92710"/>
                  <a:pt x="112324" y="88265"/>
                  <a:pt x="113806" y="84376"/>
                </a:cubicBezTo>
                <a:cubicBezTo>
                  <a:pt x="115288" y="80486"/>
                  <a:pt x="118322" y="77629"/>
                  <a:pt x="121991" y="76835"/>
                </a:cubicBezTo>
                <a:lnTo>
                  <a:pt x="180622" y="63500"/>
                </a:lnTo>
                <a:lnTo>
                  <a:pt x="192476" y="-2540"/>
                </a:lnTo>
                <a:cubicBezTo>
                  <a:pt x="193252" y="-6667"/>
                  <a:pt x="195721" y="-10081"/>
                  <a:pt x="199178" y="-11748"/>
                </a:cubicBezTo>
                <a:cubicBezTo>
                  <a:pt x="202636" y="-13414"/>
                  <a:pt x="206587" y="-12938"/>
                  <a:pt x="209691" y="-10636"/>
                </a:cubicBezTo>
                <a:lnTo>
                  <a:pt x="259644" y="26670"/>
                </a:lnTo>
                <a:lnTo>
                  <a:pt x="309527" y="-10557"/>
                </a:lnTo>
                <a:cubicBezTo>
                  <a:pt x="312632" y="-12859"/>
                  <a:pt x="316583" y="-13335"/>
                  <a:pt x="320040" y="-11668"/>
                </a:cubicBezTo>
                <a:close/>
                <a:moveTo>
                  <a:pt x="293511" y="152400"/>
                </a:moveTo>
                <a:cubicBezTo>
                  <a:pt x="293511" y="155416"/>
                  <a:pt x="293229" y="158353"/>
                  <a:pt x="292594" y="161211"/>
                </a:cubicBezTo>
                <a:cubicBezTo>
                  <a:pt x="277283" y="147717"/>
                  <a:pt x="258022" y="139700"/>
                  <a:pt x="237067" y="139700"/>
                </a:cubicBezTo>
                <a:cubicBezTo>
                  <a:pt x="233821" y="139700"/>
                  <a:pt x="230646" y="139859"/>
                  <a:pt x="227542" y="140256"/>
                </a:cubicBezTo>
                <a:cubicBezTo>
                  <a:pt x="232057" y="125174"/>
                  <a:pt x="244757" y="114300"/>
                  <a:pt x="259644" y="114300"/>
                </a:cubicBezTo>
                <a:cubicBezTo>
                  <a:pt x="278342" y="114300"/>
                  <a:pt x="293511" y="131366"/>
                  <a:pt x="293511" y="152400"/>
                </a:cubicBezTo>
                <a:close/>
                <a:moveTo>
                  <a:pt x="67733" y="406400"/>
                </a:moveTo>
                <a:cubicBezTo>
                  <a:pt x="30339" y="406400"/>
                  <a:pt x="0" y="372269"/>
                  <a:pt x="0" y="330200"/>
                </a:cubicBezTo>
                <a:cubicBezTo>
                  <a:pt x="0" y="296466"/>
                  <a:pt x="19473" y="267811"/>
                  <a:pt x="46496" y="257810"/>
                </a:cubicBezTo>
                <a:cubicBezTo>
                  <a:pt x="45579" y="252492"/>
                  <a:pt x="45156" y="246936"/>
                  <a:pt x="45156" y="241300"/>
                </a:cubicBezTo>
                <a:cubicBezTo>
                  <a:pt x="45156" y="192167"/>
                  <a:pt x="80504" y="152400"/>
                  <a:pt x="124178" y="152400"/>
                </a:cubicBezTo>
                <a:cubicBezTo>
                  <a:pt x="154587" y="152400"/>
                  <a:pt x="180975" y="171688"/>
                  <a:pt x="194169" y="200025"/>
                </a:cubicBezTo>
                <a:cubicBezTo>
                  <a:pt x="204541" y="186452"/>
                  <a:pt x="219922" y="177800"/>
                  <a:pt x="237067" y="177800"/>
                </a:cubicBezTo>
                <a:cubicBezTo>
                  <a:pt x="268252" y="177800"/>
                  <a:pt x="293511" y="206216"/>
                  <a:pt x="293511" y="241300"/>
                </a:cubicBezTo>
                <a:cubicBezTo>
                  <a:pt x="293511" y="245666"/>
                  <a:pt x="293088" y="249873"/>
                  <a:pt x="292382" y="254000"/>
                </a:cubicBezTo>
                <a:cubicBezTo>
                  <a:pt x="292735" y="254000"/>
                  <a:pt x="293158" y="254000"/>
                  <a:pt x="293511" y="254000"/>
                </a:cubicBezTo>
                <a:cubicBezTo>
                  <a:pt x="330906" y="254000"/>
                  <a:pt x="361244" y="288131"/>
                  <a:pt x="361244" y="330200"/>
                </a:cubicBezTo>
                <a:cubicBezTo>
                  <a:pt x="361244" y="372269"/>
                  <a:pt x="330906" y="406400"/>
                  <a:pt x="293511" y="406400"/>
                </a:cubicBezTo>
                <a:lnTo>
                  <a:pt x="67733" y="40640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587500" y="2413000"/>
            <a:ext cx="3619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Weather API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87500" y="2819400"/>
            <a:ext cx="36195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weather data integration for dynamic recommendations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15000" y="2159000"/>
            <a:ext cx="4699000" cy="1397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69000" y="247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7956" y="5556"/>
                </a:moveTo>
                <a:cubicBezTo>
                  <a:pt x="165418" y="-1905"/>
                  <a:pt x="177483" y="-1905"/>
                  <a:pt x="184864" y="5556"/>
                </a:cubicBezTo>
                <a:lnTo>
                  <a:pt x="255826" y="76518"/>
                </a:lnTo>
                <a:lnTo>
                  <a:pt x="299482" y="32861"/>
                </a:lnTo>
                <a:cubicBezTo>
                  <a:pt x="309404" y="22939"/>
                  <a:pt x="325517" y="22939"/>
                  <a:pt x="335439" y="32861"/>
                </a:cubicBezTo>
                <a:lnTo>
                  <a:pt x="373539" y="70961"/>
                </a:lnTo>
                <a:cubicBezTo>
                  <a:pt x="383461" y="80883"/>
                  <a:pt x="383461" y="96996"/>
                  <a:pt x="373539" y="106918"/>
                </a:cubicBezTo>
                <a:lnTo>
                  <a:pt x="329883" y="150574"/>
                </a:lnTo>
                <a:lnTo>
                  <a:pt x="400844" y="221536"/>
                </a:lnTo>
                <a:cubicBezTo>
                  <a:pt x="408305" y="228997"/>
                  <a:pt x="408305" y="241062"/>
                  <a:pt x="400844" y="248444"/>
                </a:cubicBezTo>
                <a:lnTo>
                  <a:pt x="324644" y="324644"/>
                </a:lnTo>
                <a:cubicBezTo>
                  <a:pt x="317183" y="332105"/>
                  <a:pt x="305118" y="332105"/>
                  <a:pt x="297736" y="324644"/>
                </a:cubicBezTo>
                <a:lnTo>
                  <a:pt x="226774" y="253683"/>
                </a:lnTo>
                <a:lnTo>
                  <a:pt x="214471" y="265986"/>
                </a:lnTo>
                <a:cubicBezTo>
                  <a:pt x="223520" y="285512"/>
                  <a:pt x="228600" y="307261"/>
                  <a:pt x="228600" y="330200"/>
                </a:cubicBezTo>
                <a:cubicBezTo>
                  <a:pt x="228600" y="355362"/>
                  <a:pt x="222488" y="379016"/>
                  <a:pt x="211773" y="399891"/>
                </a:cubicBezTo>
                <a:cubicBezTo>
                  <a:pt x="208042" y="407035"/>
                  <a:pt x="198517" y="408067"/>
                  <a:pt x="192881" y="402352"/>
                </a:cubicBezTo>
                <a:lnTo>
                  <a:pt x="116443" y="325914"/>
                </a:lnTo>
                <a:lnTo>
                  <a:pt x="68818" y="373539"/>
                </a:lnTo>
                <a:cubicBezTo>
                  <a:pt x="58896" y="383461"/>
                  <a:pt x="42783" y="383461"/>
                  <a:pt x="32861" y="373539"/>
                </a:cubicBezTo>
                <a:cubicBezTo>
                  <a:pt x="22939" y="363617"/>
                  <a:pt x="22939" y="347504"/>
                  <a:pt x="32861" y="337582"/>
                </a:cubicBezTo>
                <a:lnTo>
                  <a:pt x="80486" y="289957"/>
                </a:lnTo>
                <a:lnTo>
                  <a:pt x="4048" y="213519"/>
                </a:lnTo>
                <a:cubicBezTo>
                  <a:pt x="-1667" y="207804"/>
                  <a:pt x="-635" y="198279"/>
                  <a:pt x="6509" y="194628"/>
                </a:cubicBezTo>
                <a:cubicBezTo>
                  <a:pt x="27384" y="183833"/>
                  <a:pt x="51118" y="177800"/>
                  <a:pt x="76200" y="177800"/>
                </a:cubicBezTo>
                <a:cubicBezTo>
                  <a:pt x="99139" y="177800"/>
                  <a:pt x="120888" y="182880"/>
                  <a:pt x="140414" y="191929"/>
                </a:cubicBezTo>
                <a:lnTo>
                  <a:pt x="152718" y="179626"/>
                </a:lnTo>
                <a:lnTo>
                  <a:pt x="81756" y="108744"/>
                </a:lnTo>
                <a:cubicBezTo>
                  <a:pt x="74295" y="101283"/>
                  <a:pt x="74295" y="89218"/>
                  <a:pt x="81756" y="81836"/>
                </a:cubicBezTo>
                <a:lnTo>
                  <a:pt x="157956" y="5556"/>
                </a:lnTo>
                <a:close/>
                <a:moveTo>
                  <a:pt x="171450" y="45958"/>
                </a:moveTo>
                <a:lnTo>
                  <a:pt x="122158" y="95250"/>
                </a:lnTo>
                <a:lnTo>
                  <a:pt x="179626" y="152718"/>
                </a:lnTo>
                <a:lnTo>
                  <a:pt x="228918" y="103426"/>
                </a:lnTo>
                <a:lnTo>
                  <a:pt x="171450" y="45958"/>
                </a:lnTo>
                <a:close/>
                <a:moveTo>
                  <a:pt x="311150" y="284242"/>
                </a:moveTo>
                <a:lnTo>
                  <a:pt x="360442" y="234950"/>
                </a:lnTo>
                <a:lnTo>
                  <a:pt x="302974" y="177483"/>
                </a:lnTo>
                <a:lnTo>
                  <a:pt x="253683" y="226774"/>
                </a:lnTo>
                <a:lnTo>
                  <a:pt x="311150" y="284242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540500" y="2413000"/>
            <a:ext cx="3619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Satellite Data Integration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40500" y="2819400"/>
            <a:ext cx="36195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Remote sensing for crop health and land use analysis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668000" y="2159000"/>
            <a:ext cx="4826000" cy="1397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22000" y="247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9700" y="19050"/>
                </a:moveTo>
                <a:cubicBezTo>
                  <a:pt x="139700" y="8493"/>
                  <a:pt x="131207" y="0"/>
                  <a:pt x="120650" y="0"/>
                </a:cubicBezTo>
                <a:cubicBezTo>
                  <a:pt x="110093" y="0"/>
                  <a:pt x="101600" y="8493"/>
                  <a:pt x="101600" y="19050"/>
                </a:cubicBezTo>
                <a:lnTo>
                  <a:pt x="101600" y="50800"/>
                </a:lnTo>
                <a:cubicBezTo>
                  <a:pt x="73581" y="50800"/>
                  <a:pt x="50800" y="73581"/>
                  <a:pt x="50800" y="101600"/>
                </a:cubicBezTo>
                <a:lnTo>
                  <a:pt x="19050" y="101600"/>
                </a:lnTo>
                <a:cubicBezTo>
                  <a:pt x="8493" y="101600"/>
                  <a:pt x="0" y="110093"/>
                  <a:pt x="0" y="120650"/>
                </a:cubicBezTo>
                <a:cubicBezTo>
                  <a:pt x="0" y="131207"/>
                  <a:pt x="8493" y="139700"/>
                  <a:pt x="19050" y="139700"/>
                </a:cubicBezTo>
                <a:lnTo>
                  <a:pt x="50800" y="139700"/>
                </a:lnTo>
                <a:lnTo>
                  <a:pt x="50800" y="184150"/>
                </a:lnTo>
                <a:lnTo>
                  <a:pt x="19050" y="184150"/>
                </a:lnTo>
                <a:cubicBezTo>
                  <a:pt x="8493" y="184150"/>
                  <a:pt x="0" y="192643"/>
                  <a:pt x="0" y="203200"/>
                </a:cubicBezTo>
                <a:cubicBezTo>
                  <a:pt x="0" y="213757"/>
                  <a:pt x="8493" y="222250"/>
                  <a:pt x="19050" y="222250"/>
                </a:cubicBezTo>
                <a:lnTo>
                  <a:pt x="50800" y="222250"/>
                </a:lnTo>
                <a:lnTo>
                  <a:pt x="50800" y="266700"/>
                </a:lnTo>
                <a:lnTo>
                  <a:pt x="19050" y="266700"/>
                </a:lnTo>
                <a:cubicBezTo>
                  <a:pt x="8493" y="266700"/>
                  <a:pt x="0" y="275193"/>
                  <a:pt x="0" y="285750"/>
                </a:cubicBezTo>
                <a:cubicBezTo>
                  <a:pt x="0" y="296307"/>
                  <a:pt x="8493" y="304800"/>
                  <a:pt x="19050" y="304800"/>
                </a:cubicBezTo>
                <a:lnTo>
                  <a:pt x="50800" y="304800"/>
                </a:lnTo>
                <a:cubicBezTo>
                  <a:pt x="50800" y="332819"/>
                  <a:pt x="73581" y="355600"/>
                  <a:pt x="101600" y="355600"/>
                </a:cubicBezTo>
                <a:lnTo>
                  <a:pt x="101600" y="387350"/>
                </a:lnTo>
                <a:cubicBezTo>
                  <a:pt x="101600" y="397907"/>
                  <a:pt x="110093" y="406400"/>
                  <a:pt x="120650" y="406400"/>
                </a:cubicBezTo>
                <a:cubicBezTo>
                  <a:pt x="131207" y="406400"/>
                  <a:pt x="139700" y="397907"/>
                  <a:pt x="139700" y="387350"/>
                </a:cubicBezTo>
                <a:lnTo>
                  <a:pt x="139700" y="355600"/>
                </a:lnTo>
                <a:lnTo>
                  <a:pt x="184150" y="355600"/>
                </a:lnTo>
                <a:lnTo>
                  <a:pt x="184150" y="387350"/>
                </a:lnTo>
                <a:cubicBezTo>
                  <a:pt x="184150" y="397907"/>
                  <a:pt x="192643" y="406400"/>
                  <a:pt x="203200" y="406400"/>
                </a:cubicBezTo>
                <a:cubicBezTo>
                  <a:pt x="213757" y="406400"/>
                  <a:pt x="222250" y="397907"/>
                  <a:pt x="222250" y="387350"/>
                </a:cubicBezTo>
                <a:lnTo>
                  <a:pt x="222250" y="355600"/>
                </a:lnTo>
                <a:lnTo>
                  <a:pt x="266700" y="355600"/>
                </a:lnTo>
                <a:lnTo>
                  <a:pt x="266700" y="387350"/>
                </a:lnTo>
                <a:cubicBezTo>
                  <a:pt x="266700" y="397907"/>
                  <a:pt x="275193" y="406400"/>
                  <a:pt x="285750" y="406400"/>
                </a:cubicBezTo>
                <a:cubicBezTo>
                  <a:pt x="296307" y="406400"/>
                  <a:pt x="304800" y="397907"/>
                  <a:pt x="304800" y="387350"/>
                </a:cubicBezTo>
                <a:lnTo>
                  <a:pt x="304800" y="355600"/>
                </a:lnTo>
                <a:cubicBezTo>
                  <a:pt x="332819" y="355600"/>
                  <a:pt x="355600" y="332819"/>
                  <a:pt x="355600" y="304800"/>
                </a:cubicBezTo>
                <a:lnTo>
                  <a:pt x="387350" y="304800"/>
                </a:lnTo>
                <a:cubicBezTo>
                  <a:pt x="397907" y="304800"/>
                  <a:pt x="406400" y="296307"/>
                  <a:pt x="406400" y="285750"/>
                </a:cubicBezTo>
                <a:cubicBezTo>
                  <a:pt x="406400" y="275193"/>
                  <a:pt x="397907" y="266700"/>
                  <a:pt x="387350" y="266700"/>
                </a:cubicBezTo>
                <a:lnTo>
                  <a:pt x="355600" y="266700"/>
                </a:lnTo>
                <a:lnTo>
                  <a:pt x="355600" y="222250"/>
                </a:lnTo>
                <a:lnTo>
                  <a:pt x="387350" y="222250"/>
                </a:lnTo>
                <a:cubicBezTo>
                  <a:pt x="397907" y="222250"/>
                  <a:pt x="406400" y="213757"/>
                  <a:pt x="406400" y="203200"/>
                </a:cubicBezTo>
                <a:cubicBezTo>
                  <a:pt x="406400" y="192643"/>
                  <a:pt x="397907" y="184150"/>
                  <a:pt x="387350" y="184150"/>
                </a:cubicBezTo>
                <a:lnTo>
                  <a:pt x="355600" y="184150"/>
                </a:lnTo>
                <a:lnTo>
                  <a:pt x="355600" y="139700"/>
                </a:lnTo>
                <a:lnTo>
                  <a:pt x="387350" y="139700"/>
                </a:lnTo>
                <a:cubicBezTo>
                  <a:pt x="397907" y="139700"/>
                  <a:pt x="406400" y="131207"/>
                  <a:pt x="406400" y="120650"/>
                </a:cubicBezTo>
                <a:cubicBezTo>
                  <a:pt x="406400" y="110093"/>
                  <a:pt x="397907" y="101600"/>
                  <a:pt x="387350" y="101600"/>
                </a:cubicBezTo>
                <a:lnTo>
                  <a:pt x="355600" y="101600"/>
                </a:lnTo>
                <a:cubicBezTo>
                  <a:pt x="355600" y="73581"/>
                  <a:pt x="332819" y="50800"/>
                  <a:pt x="304800" y="50800"/>
                </a:cubicBezTo>
                <a:lnTo>
                  <a:pt x="304800" y="19050"/>
                </a:lnTo>
                <a:cubicBezTo>
                  <a:pt x="304800" y="8493"/>
                  <a:pt x="296307" y="0"/>
                  <a:pt x="285750" y="0"/>
                </a:cubicBezTo>
                <a:cubicBezTo>
                  <a:pt x="275193" y="0"/>
                  <a:pt x="266700" y="8493"/>
                  <a:pt x="266700" y="19050"/>
                </a:cubicBezTo>
                <a:lnTo>
                  <a:pt x="266700" y="50800"/>
                </a:lnTo>
                <a:lnTo>
                  <a:pt x="222250" y="50800"/>
                </a:lnTo>
                <a:lnTo>
                  <a:pt x="222250" y="19050"/>
                </a:lnTo>
                <a:cubicBezTo>
                  <a:pt x="222250" y="8493"/>
                  <a:pt x="213757" y="0"/>
                  <a:pt x="203200" y="0"/>
                </a:cubicBezTo>
                <a:cubicBezTo>
                  <a:pt x="192643" y="0"/>
                  <a:pt x="184150" y="8493"/>
                  <a:pt x="184150" y="19050"/>
                </a:cubicBezTo>
                <a:lnTo>
                  <a:pt x="184150" y="50800"/>
                </a:lnTo>
                <a:lnTo>
                  <a:pt x="139700" y="50800"/>
                </a:lnTo>
                <a:lnTo>
                  <a:pt x="139700" y="19050"/>
                </a:lnTo>
                <a:close/>
                <a:moveTo>
                  <a:pt x="127000" y="101600"/>
                </a:moveTo>
                <a:lnTo>
                  <a:pt x="279400" y="101600"/>
                </a:lnTo>
                <a:cubicBezTo>
                  <a:pt x="293449" y="101600"/>
                  <a:pt x="304800" y="112951"/>
                  <a:pt x="304800" y="127000"/>
                </a:cubicBezTo>
                <a:lnTo>
                  <a:pt x="304800" y="279400"/>
                </a:lnTo>
                <a:cubicBezTo>
                  <a:pt x="304800" y="293449"/>
                  <a:pt x="293449" y="304800"/>
                  <a:pt x="279400" y="304800"/>
                </a:cubicBezTo>
                <a:lnTo>
                  <a:pt x="127000" y="304800"/>
                </a:lnTo>
                <a:cubicBezTo>
                  <a:pt x="112951" y="304800"/>
                  <a:pt x="101600" y="293449"/>
                  <a:pt x="101600" y="279400"/>
                </a:cubicBezTo>
                <a:lnTo>
                  <a:pt x="101600" y="127000"/>
                </a:lnTo>
                <a:cubicBezTo>
                  <a:pt x="101600" y="112951"/>
                  <a:pt x="112951" y="101600"/>
                  <a:pt x="127000" y="101600"/>
                </a:cubicBezTo>
                <a:close/>
                <a:moveTo>
                  <a:pt x="139700" y="139700"/>
                </a:moveTo>
                <a:lnTo>
                  <a:pt x="139700" y="266700"/>
                </a:lnTo>
                <a:lnTo>
                  <a:pt x="266700" y="266700"/>
                </a:lnTo>
                <a:lnTo>
                  <a:pt x="266700" y="139700"/>
                </a:lnTo>
                <a:lnTo>
                  <a:pt x="139700" y="13970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1493500" y="2413000"/>
            <a:ext cx="3746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IoT Sensor Integration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93500" y="2819400"/>
            <a:ext cx="37465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soil moisture and nutrient monitoring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2000" y="3810000"/>
            <a:ext cx="4699000" cy="1397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6000" y="412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6933" y="50800"/>
                </a:moveTo>
                <a:cubicBezTo>
                  <a:pt x="16933" y="22781"/>
                  <a:pt x="47308" y="0"/>
                  <a:pt x="84667" y="0"/>
                </a:cubicBezTo>
                <a:lnTo>
                  <a:pt x="321733" y="0"/>
                </a:lnTo>
                <a:cubicBezTo>
                  <a:pt x="359093" y="0"/>
                  <a:pt x="389467" y="22781"/>
                  <a:pt x="389467" y="50800"/>
                </a:cubicBezTo>
                <a:lnTo>
                  <a:pt x="389467" y="355600"/>
                </a:lnTo>
                <a:cubicBezTo>
                  <a:pt x="389467" y="383619"/>
                  <a:pt x="359093" y="406400"/>
                  <a:pt x="321733" y="406400"/>
                </a:cubicBezTo>
                <a:lnTo>
                  <a:pt x="84667" y="406400"/>
                </a:lnTo>
                <a:cubicBezTo>
                  <a:pt x="47308" y="406400"/>
                  <a:pt x="16933" y="383619"/>
                  <a:pt x="16933" y="355600"/>
                </a:cubicBezTo>
                <a:lnTo>
                  <a:pt x="16933" y="50800"/>
                </a:lnTo>
                <a:close/>
                <a:moveTo>
                  <a:pt x="135467" y="349250"/>
                </a:moveTo>
                <a:cubicBezTo>
                  <a:pt x="135467" y="359807"/>
                  <a:pt x="146791" y="368300"/>
                  <a:pt x="160867" y="368300"/>
                </a:cubicBezTo>
                <a:lnTo>
                  <a:pt x="245533" y="368300"/>
                </a:lnTo>
                <a:cubicBezTo>
                  <a:pt x="259609" y="368300"/>
                  <a:pt x="270933" y="359807"/>
                  <a:pt x="270933" y="349250"/>
                </a:cubicBezTo>
                <a:cubicBezTo>
                  <a:pt x="270933" y="338693"/>
                  <a:pt x="259609" y="330200"/>
                  <a:pt x="245533" y="330200"/>
                </a:cubicBezTo>
                <a:lnTo>
                  <a:pt x="160867" y="330200"/>
                </a:lnTo>
                <a:cubicBezTo>
                  <a:pt x="146791" y="330200"/>
                  <a:pt x="135467" y="338693"/>
                  <a:pt x="135467" y="349250"/>
                </a:cubicBezTo>
                <a:close/>
                <a:moveTo>
                  <a:pt x="321733" y="50800"/>
                </a:moveTo>
                <a:lnTo>
                  <a:pt x="84667" y="50800"/>
                </a:lnTo>
                <a:lnTo>
                  <a:pt x="84667" y="292100"/>
                </a:lnTo>
                <a:lnTo>
                  <a:pt x="321733" y="292100"/>
                </a:lnTo>
                <a:lnTo>
                  <a:pt x="321733" y="50800"/>
                </a:ln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1587500" y="4064000"/>
            <a:ext cx="3619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Application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87500" y="4470400"/>
            <a:ext cx="36195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Field-accessible app for farmers on smartphones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715000" y="3810000"/>
            <a:ext cx="4699000" cy="1397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969000" y="412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12889" y="0"/>
                </a:moveTo>
                <a:cubicBezTo>
                  <a:pt x="125377" y="0"/>
                  <a:pt x="135467" y="11351"/>
                  <a:pt x="135467" y="25400"/>
                </a:cubicBezTo>
                <a:lnTo>
                  <a:pt x="135467" y="50800"/>
                </a:lnTo>
                <a:lnTo>
                  <a:pt x="225778" y="50800"/>
                </a:lnTo>
                <a:cubicBezTo>
                  <a:pt x="238266" y="50800"/>
                  <a:pt x="248356" y="62151"/>
                  <a:pt x="248356" y="76200"/>
                </a:cubicBezTo>
                <a:cubicBezTo>
                  <a:pt x="248356" y="90249"/>
                  <a:pt x="238266" y="101600"/>
                  <a:pt x="225778" y="101600"/>
                </a:cubicBezTo>
                <a:lnTo>
                  <a:pt x="219004" y="101600"/>
                </a:lnTo>
                <a:lnTo>
                  <a:pt x="213078" y="119936"/>
                </a:lnTo>
                <a:cubicBezTo>
                  <a:pt x="201507" y="155813"/>
                  <a:pt x="184079" y="188595"/>
                  <a:pt x="162137" y="216773"/>
                </a:cubicBezTo>
                <a:cubicBezTo>
                  <a:pt x="172156" y="223758"/>
                  <a:pt x="182598" y="229949"/>
                  <a:pt x="193463" y="235426"/>
                </a:cubicBezTo>
                <a:lnTo>
                  <a:pt x="229023" y="253206"/>
                </a:lnTo>
                <a:lnTo>
                  <a:pt x="272909" y="142081"/>
                </a:lnTo>
                <a:cubicBezTo>
                  <a:pt x="276507" y="132874"/>
                  <a:pt x="284621" y="127000"/>
                  <a:pt x="293511" y="127000"/>
                </a:cubicBezTo>
                <a:cubicBezTo>
                  <a:pt x="302401" y="127000"/>
                  <a:pt x="310515" y="132874"/>
                  <a:pt x="314113" y="142081"/>
                </a:cubicBezTo>
                <a:lnTo>
                  <a:pt x="404424" y="370681"/>
                </a:lnTo>
                <a:cubicBezTo>
                  <a:pt x="409504" y="383540"/>
                  <a:pt x="404354" y="398542"/>
                  <a:pt x="392994" y="404178"/>
                </a:cubicBezTo>
                <a:cubicBezTo>
                  <a:pt x="381635" y="409813"/>
                  <a:pt x="368229" y="404098"/>
                  <a:pt x="363220" y="391319"/>
                </a:cubicBezTo>
                <a:lnTo>
                  <a:pt x="349109" y="355600"/>
                </a:lnTo>
                <a:lnTo>
                  <a:pt x="237984" y="355600"/>
                </a:lnTo>
                <a:lnTo>
                  <a:pt x="223873" y="391319"/>
                </a:lnTo>
                <a:cubicBezTo>
                  <a:pt x="218793" y="404178"/>
                  <a:pt x="205458" y="409892"/>
                  <a:pt x="194098" y="404178"/>
                </a:cubicBezTo>
                <a:cubicBezTo>
                  <a:pt x="182739" y="398463"/>
                  <a:pt x="177588" y="383461"/>
                  <a:pt x="182668" y="370681"/>
                </a:cubicBezTo>
                <a:lnTo>
                  <a:pt x="210749" y="299641"/>
                </a:lnTo>
                <a:lnTo>
                  <a:pt x="175189" y="281861"/>
                </a:lnTo>
                <a:cubicBezTo>
                  <a:pt x="158962" y="273764"/>
                  <a:pt x="143439" y="264081"/>
                  <a:pt x="128764" y="252968"/>
                </a:cubicBezTo>
                <a:cubicBezTo>
                  <a:pt x="113736" y="266621"/>
                  <a:pt x="97296" y="278527"/>
                  <a:pt x="79728" y="288449"/>
                </a:cubicBezTo>
                <a:lnTo>
                  <a:pt x="55245" y="302101"/>
                </a:lnTo>
                <a:cubicBezTo>
                  <a:pt x="44097" y="308372"/>
                  <a:pt x="30551" y="303292"/>
                  <a:pt x="24977" y="290751"/>
                </a:cubicBezTo>
                <a:cubicBezTo>
                  <a:pt x="19403" y="278209"/>
                  <a:pt x="23918" y="262969"/>
                  <a:pt x="35066" y="256699"/>
                </a:cubicBezTo>
                <a:lnTo>
                  <a:pt x="59408" y="242967"/>
                </a:lnTo>
                <a:cubicBezTo>
                  <a:pt x="70908" y="236458"/>
                  <a:pt x="81844" y="228918"/>
                  <a:pt x="92146" y="220504"/>
                </a:cubicBezTo>
                <a:cubicBezTo>
                  <a:pt x="82409" y="210423"/>
                  <a:pt x="73237" y="199549"/>
                  <a:pt x="64699" y="188039"/>
                </a:cubicBezTo>
                <a:lnTo>
                  <a:pt x="57573" y="178356"/>
                </a:lnTo>
                <a:cubicBezTo>
                  <a:pt x="49601" y="167561"/>
                  <a:pt x="50871" y="151527"/>
                  <a:pt x="60466" y="142558"/>
                </a:cubicBezTo>
                <a:cubicBezTo>
                  <a:pt x="70062" y="133588"/>
                  <a:pt x="84314" y="135017"/>
                  <a:pt x="92287" y="145812"/>
                </a:cubicBezTo>
                <a:lnTo>
                  <a:pt x="99483" y="155496"/>
                </a:lnTo>
                <a:cubicBezTo>
                  <a:pt x="107597" y="166529"/>
                  <a:pt x="116487" y="176768"/>
                  <a:pt x="125871" y="186214"/>
                </a:cubicBezTo>
                <a:cubicBezTo>
                  <a:pt x="145274" y="162084"/>
                  <a:pt x="160584" y="133747"/>
                  <a:pt x="170674" y="102552"/>
                </a:cubicBezTo>
                <a:lnTo>
                  <a:pt x="171027" y="101600"/>
                </a:lnTo>
                <a:lnTo>
                  <a:pt x="22648" y="101600"/>
                </a:lnTo>
                <a:cubicBezTo>
                  <a:pt x="10089" y="101600"/>
                  <a:pt x="0" y="90249"/>
                  <a:pt x="0" y="76200"/>
                </a:cubicBezTo>
                <a:cubicBezTo>
                  <a:pt x="0" y="62151"/>
                  <a:pt x="10089" y="50800"/>
                  <a:pt x="22578" y="50800"/>
                </a:cubicBezTo>
                <a:lnTo>
                  <a:pt x="90311" y="50800"/>
                </a:lnTo>
                <a:lnTo>
                  <a:pt x="90311" y="25400"/>
                </a:lnTo>
                <a:cubicBezTo>
                  <a:pt x="90311" y="11351"/>
                  <a:pt x="100401" y="0"/>
                  <a:pt x="112889" y="0"/>
                </a:cubicBezTo>
                <a:close/>
                <a:moveTo>
                  <a:pt x="293511" y="214948"/>
                </a:moveTo>
                <a:lnTo>
                  <a:pt x="258022" y="304800"/>
                </a:lnTo>
                <a:lnTo>
                  <a:pt x="329001" y="304800"/>
                </a:lnTo>
                <a:lnTo>
                  <a:pt x="293511" y="214948"/>
                </a:ln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6540500" y="4064000"/>
            <a:ext cx="3619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Multi-language Support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40500" y="4470400"/>
            <a:ext cx="36195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Regional language interfaces for wider accessibility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668000" y="3810000"/>
            <a:ext cx="4826000" cy="1397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22000" y="412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4978" y="69850"/>
                </a:moveTo>
                <a:lnTo>
                  <a:pt x="231422" y="69850"/>
                </a:lnTo>
                <a:lnTo>
                  <a:pt x="231422" y="107950"/>
                </a:lnTo>
                <a:lnTo>
                  <a:pt x="174978" y="107950"/>
                </a:lnTo>
                <a:lnTo>
                  <a:pt x="174978" y="69850"/>
                </a:lnTo>
                <a:close/>
                <a:moveTo>
                  <a:pt x="169333" y="25400"/>
                </a:moveTo>
                <a:cubicBezTo>
                  <a:pt x="150636" y="25400"/>
                  <a:pt x="135467" y="42466"/>
                  <a:pt x="135467" y="63500"/>
                </a:cubicBezTo>
                <a:lnTo>
                  <a:pt x="135467" y="114300"/>
                </a:lnTo>
                <a:cubicBezTo>
                  <a:pt x="135467" y="135334"/>
                  <a:pt x="150636" y="152400"/>
                  <a:pt x="169333" y="152400"/>
                </a:cubicBezTo>
                <a:lnTo>
                  <a:pt x="180622" y="152400"/>
                </a:lnTo>
                <a:lnTo>
                  <a:pt x="180622" y="177800"/>
                </a:lnTo>
                <a:lnTo>
                  <a:pt x="22578" y="177800"/>
                </a:lnTo>
                <a:cubicBezTo>
                  <a:pt x="10089" y="177800"/>
                  <a:pt x="0" y="189151"/>
                  <a:pt x="0" y="203200"/>
                </a:cubicBezTo>
                <a:cubicBezTo>
                  <a:pt x="0" y="217249"/>
                  <a:pt x="10089" y="228600"/>
                  <a:pt x="22578" y="228600"/>
                </a:cubicBezTo>
                <a:lnTo>
                  <a:pt x="90311" y="228600"/>
                </a:lnTo>
                <a:lnTo>
                  <a:pt x="90311" y="254000"/>
                </a:lnTo>
                <a:lnTo>
                  <a:pt x="79022" y="254000"/>
                </a:lnTo>
                <a:cubicBezTo>
                  <a:pt x="60325" y="254000"/>
                  <a:pt x="45156" y="271066"/>
                  <a:pt x="45156" y="292100"/>
                </a:cubicBezTo>
                <a:lnTo>
                  <a:pt x="45156" y="342900"/>
                </a:lnTo>
                <a:cubicBezTo>
                  <a:pt x="45156" y="363934"/>
                  <a:pt x="60325" y="381000"/>
                  <a:pt x="79022" y="381000"/>
                </a:cubicBezTo>
                <a:lnTo>
                  <a:pt x="146756" y="381000"/>
                </a:lnTo>
                <a:cubicBezTo>
                  <a:pt x="165453" y="381000"/>
                  <a:pt x="180622" y="363934"/>
                  <a:pt x="180622" y="342900"/>
                </a:cubicBezTo>
                <a:lnTo>
                  <a:pt x="180622" y="292100"/>
                </a:lnTo>
                <a:cubicBezTo>
                  <a:pt x="180622" y="271066"/>
                  <a:pt x="165453" y="254000"/>
                  <a:pt x="146756" y="254000"/>
                </a:cubicBezTo>
                <a:lnTo>
                  <a:pt x="135467" y="254000"/>
                </a:lnTo>
                <a:lnTo>
                  <a:pt x="135467" y="228600"/>
                </a:lnTo>
                <a:lnTo>
                  <a:pt x="270933" y="228600"/>
                </a:lnTo>
                <a:lnTo>
                  <a:pt x="270933" y="254000"/>
                </a:lnTo>
                <a:lnTo>
                  <a:pt x="259644" y="254000"/>
                </a:lnTo>
                <a:cubicBezTo>
                  <a:pt x="240947" y="254000"/>
                  <a:pt x="225778" y="271066"/>
                  <a:pt x="225778" y="292100"/>
                </a:cubicBezTo>
                <a:lnTo>
                  <a:pt x="225778" y="342900"/>
                </a:lnTo>
                <a:cubicBezTo>
                  <a:pt x="225778" y="363934"/>
                  <a:pt x="240947" y="381000"/>
                  <a:pt x="259644" y="381000"/>
                </a:cubicBezTo>
                <a:lnTo>
                  <a:pt x="327378" y="381000"/>
                </a:lnTo>
                <a:cubicBezTo>
                  <a:pt x="346075" y="381000"/>
                  <a:pt x="361244" y="363934"/>
                  <a:pt x="361244" y="342900"/>
                </a:cubicBezTo>
                <a:lnTo>
                  <a:pt x="361244" y="292100"/>
                </a:lnTo>
                <a:cubicBezTo>
                  <a:pt x="361244" y="271066"/>
                  <a:pt x="346075" y="254000"/>
                  <a:pt x="327378" y="254000"/>
                </a:cubicBezTo>
                <a:lnTo>
                  <a:pt x="316089" y="254000"/>
                </a:lnTo>
                <a:lnTo>
                  <a:pt x="316089" y="228600"/>
                </a:lnTo>
                <a:lnTo>
                  <a:pt x="383822" y="228600"/>
                </a:lnTo>
                <a:cubicBezTo>
                  <a:pt x="396311" y="228600"/>
                  <a:pt x="406400" y="217249"/>
                  <a:pt x="406400" y="203200"/>
                </a:cubicBezTo>
                <a:cubicBezTo>
                  <a:pt x="406400" y="189151"/>
                  <a:pt x="396311" y="177800"/>
                  <a:pt x="383822" y="177800"/>
                </a:cubicBezTo>
                <a:lnTo>
                  <a:pt x="225778" y="177800"/>
                </a:lnTo>
                <a:lnTo>
                  <a:pt x="225778" y="152400"/>
                </a:lnTo>
                <a:lnTo>
                  <a:pt x="237067" y="152400"/>
                </a:lnTo>
                <a:cubicBezTo>
                  <a:pt x="255764" y="152400"/>
                  <a:pt x="270933" y="135334"/>
                  <a:pt x="270933" y="114300"/>
                </a:cubicBezTo>
                <a:lnTo>
                  <a:pt x="270933" y="63500"/>
                </a:lnTo>
                <a:cubicBezTo>
                  <a:pt x="270933" y="42466"/>
                  <a:pt x="255764" y="25400"/>
                  <a:pt x="237067" y="25400"/>
                </a:cubicBezTo>
                <a:lnTo>
                  <a:pt x="169333" y="25400"/>
                </a:lnTo>
                <a:close/>
                <a:moveTo>
                  <a:pt x="316089" y="298450"/>
                </a:moveTo>
                <a:lnTo>
                  <a:pt x="321733" y="298450"/>
                </a:lnTo>
                <a:lnTo>
                  <a:pt x="321733" y="336550"/>
                </a:lnTo>
                <a:lnTo>
                  <a:pt x="265289" y="336550"/>
                </a:lnTo>
                <a:lnTo>
                  <a:pt x="265289" y="298450"/>
                </a:lnTo>
                <a:lnTo>
                  <a:pt x="316089" y="298450"/>
                </a:lnTo>
                <a:close/>
                <a:moveTo>
                  <a:pt x="135467" y="298450"/>
                </a:moveTo>
                <a:lnTo>
                  <a:pt x="141111" y="298450"/>
                </a:lnTo>
                <a:lnTo>
                  <a:pt x="141111" y="336550"/>
                </a:lnTo>
                <a:lnTo>
                  <a:pt x="84667" y="336550"/>
                </a:lnTo>
                <a:lnTo>
                  <a:pt x="84667" y="298450"/>
                </a:lnTo>
                <a:lnTo>
                  <a:pt x="135467" y="298450"/>
                </a:ln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28" name="Text 26"/>
          <p:cNvSpPr/>
          <p:nvPr/>
        </p:nvSpPr>
        <p:spPr>
          <a:xfrm>
            <a:off x="11493500" y="4064000"/>
            <a:ext cx="3746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 Models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493500" y="4470400"/>
            <a:ext cx="37465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Neural networks for complex pattern recognition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2000" y="5461000"/>
            <a:ext cx="7112000" cy="1397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31" name="Shape 29"/>
          <p:cNvSpPr/>
          <p:nvPr/>
        </p:nvSpPr>
        <p:spPr>
          <a:xfrm>
            <a:off x="1016000" y="5778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83069" y="31036"/>
                </a:moveTo>
                <a:lnTo>
                  <a:pt x="387632" y="150336"/>
                </a:lnTo>
                <a:cubicBezTo>
                  <a:pt x="407176" y="172641"/>
                  <a:pt x="407176" y="208359"/>
                  <a:pt x="387632" y="230664"/>
                </a:cubicBezTo>
                <a:lnTo>
                  <a:pt x="277283" y="356314"/>
                </a:lnTo>
                <a:cubicBezTo>
                  <a:pt x="270722" y="363776"/>
                  <a:pt x="259997" y="363855"/>
                  <a:pt x="253365" y="356473"/>
                </a:cubicBezTo>
                <a:cubicBezTo>
                  <a:pt x="246733" y="349091"/>
                  <a:pt x="246662" y="337026"/>
                  <a:pt x="253224" y="329565"/>
                </a:cubicBezTo>
                <a:lnTo>
                  <a:pt x="363573" y="203835"/>
                </a:lnTo>
                <a:cubicBezTo>
                  <a:pt x="370064" y="196453"/>
                  <a:pt x="370064" y="184468"/>
                  <a:pt x="363573" y="177086"/>
                </a:cubicBezTo>
                <a:lnTo>
                  <a:pt x="258939" y="57864"/>
                </a:lnTo>
                <a:cubicBezTo>
                  <a:pt x="252377" y="50403"/>
                  <a:pt x="252448" y="38338"/>
                  <a:pt x="259080" y="30956"/>
                </a:cubicBezTo>
                <a:cubicBezTo>
                  <a:pt x="265712" y="23574"/>
                  <a:pt x="276437" y="23654"/>
                  <a:pt x="282998" y="31115"/>
                </a:cubicBezTo>
                <a:close/>
                <a:moveTo>
                  <a:pt x="22648" y="182166"/>
                </a:moveTo>
                <a:lnTo>
                  <a:pt x="22648" y="76200"/>
                </a:lnTo>
                <a:cubicBezTo>
                  <a:pt x="22648" y="48181"/>
                  <a:pt x="42898" y="25400"/>
                  <a:pt x="67804" y="25400"/>
                </a:cubicBezTo>
                <a:lnTo>
                  <a:pt x="161996" y="25400"/>
                </a:lnTo>
                <a:cubicBezTo>
                  <a:pt x="173990" y="25400"/>
                  <a:pt x="185491" y="30718"/>
                  <a:pt x="193957" y="40243"/>
                </a:cubicBezTo>
                <a:lnTo>
                  <a:pt x="295557" y="154543"/>
                </a:lnTo>
                <a:cubicBezTo>
                  <a:pt x="313196" y="174387"/>
                  <a:pt x="313196" y="206534"/>
                  <a:pt x="295557" y="226377"/>
                </a:cubicBezTo>
                <a:lnTo>
                  <a:pt x="201366" y="332343"/>
                </a:lnTo>
                <a:cubicBezTo>
                  <a:pt x="183727" y="352187"/>
                  <a:pt x="155152" y="352187"/>
                  <a:pt x="137513" y="332343"/>
                </a:cubicBezTo>
                <a:lnTo>
                  <a:pt x="35913" y="218043"/>
                </a:lnTo>
                <a:cubicBezTo>
                  <a:pt x="27446" y="208518"/>
                  <a:pt x="22719" y="195580"/>
                  <a:pt x="22719" y="182086"/>
                </a:cubicBezTo>
                <a:close/>
                <a:moveTo>
                  <a:pt x="124248" y="114300"/>
                </a:moveTo>
                <a:cubicBezTo>
                  <a:pt x="124248" y="100281"/>
                  <a:pt x="114132" y="88900"/>
                  <a:pt x="101671" y="88900"/>
                </a:cubicBezTo>
                <a:cubicBezTo>
                  <a:pt x="89210" y="88900"/>
                  <a:pt x="79093" y="100281"/>
                  <a:pt x="79093" y="114300"/>
                </a:cubicBezTo>
                <a:cubicBezTo>
                  <a:pt x="79093" y="128319"/>
                  <a:pt x="89210" y="139700"/>
                  <a:pt x="101671" y="139700"/>
                </a:cubicBezTo>
                <a:cubicBezTo>
                  <a:pt x="114132" y="139700"/>
                  <a:pt x="124248" y="128319"/>
                  <a:pt x="124248" y="11430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2" name="Text 30"/>
          <p:cNvSpPr/>
          <p:nvPr/>
        </p:nvSpPr>
        <p:spPr>
          <a:xfrm>
            <a:off x="1587500" y="5715000"/>
            <a:ext cx="6032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Market Price Prediction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587500" y="6121400"/>
            <a:ext cx="6032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Forecast crop prices to help farmers decide what to plant and when to sell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128000" y="5461000"/>
            <a:ext cx="7366000" cy="1397000"/>
          </a:xfrm>
          <a:prstGeom prst="rect">
            <a:avLst/>
          </a:prstGeom>
          <a:solidFill>
            <a:srgbClr val="151D2E"/>
          </a:solidFill>
          <a:ln/>
        </p:spPr>
      </p:sp>
      <p:sp>
        <p:nvSpPr>
          <p:cNvPr id="35" name="Shape 33"/>
          <p:cNvSpPr/>
          <p:nvPr/>
        </p:nvSpPr>
        <p:spPr>
          <a:xfrm>
            <a:off x="8382000" y="5778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25400"/>
                </a:moveTo>
                <a:cubicBezTo>
                  <a:pt x="146191" y="25400"/>
                  <a:pt x="100542" y="54610"/>
                  <a:pt x="67310" y="89376"/>
                </a:cubicBezTo>
                <a:cubicBezTo>
                  <a:pt x="34290" y="123904"/>
                  <a:pt x="12206" y="165100"/>
                  <a:pt x="1693" y="193437"/>
                </a:cubicBezTo>
                <a:cubicBezTo>
                  <a:pt x="-635" y="199708"/>
                  <a:pt x="-635" y="206692"/>
                  <a:pt x="1693" y="212963"/>
                </a:cubicBezTo>
                <a:cubicBezTo>
                  <a:pt x="12206" y="241300"/>
                  <a:pt x="34290" y="282575"/>
                  <a:pt x="67310" y="317024"/>
                </a:cubicBezTo>
                <a:cubicBezTo>
                  <a:pt x="100542" y="351711"/>
                  <a:pt x="146191" y="381000"/>
                  <a:pt x="203200" y="381000"/>
                </a:cubicBezTo>
                <a:cubicBezTo>
                  <a:pt x="260209" y="381000"/>
                  <a:pt x="305858" y="351790"/>
                  <a:pt x="339090" y="317024"/>
                </a:cubicBezTo>
                <a:cubicBezTo>
                  <a:pt x="372110" y="282496"/>
                  <a:pt x="394194" y="241300"/>
                  <a:pt x="404707" y="212963"/>
                </a:cubicBezTo>
                <a:cubicBezTo>
                  <a:pt x="407035" y="206692"/>
                  <a:pt x="407035" y="199707"/>
                  <a:pt x="404707" y="193437"/>
                </a:cubicBezTo>
                <a:cubicBezTo>
                  <a:pt x="394194" y="165100"/>
                  <a:pt x="372110" y="123825"/>
                  <a:pt x="339090" y="89376"/>
                </a:cubicBezTo>
                <a:cubicBezTo>
                  <a:pt x="305858" y="54689"/>
                  <a:pt x="260209" y="25400"/>
                  <a:pt x="203200" y="25400"/>
                </a:cubicBezTo>
                <a:close/>
                <a:moveTo>
                  <a:pt x="101600" y="203200"/>
                </a:moveTo>
                <a:cubicBezTo>
                  <a:pt x="101600" y="140116"/>
                  <a:pt x="147125" y="88900"/>
                  <a:pt x="203200" y="88900"/>
                </a:cubicBezTo>
                <a:cubicBezTo>
                  <a:pt x="259275" y="88900"/>
                  <a:pt x="304800" y="140116"/>
                  <a:pt x="304800" y="203200"/>
                </a:cubicBezTo>
                <a:cubicBezTo>
                  <a:pt x="304800" y="266284"/>
                  <a:pt x="259275" y="317500"/>
                  <a:pt x="203200" y="317500"/>
                </a:cubicBezTo>
                <a:cubicBezTo>
                  <a:pt x="147125" y="317500"/>
                  <a:pt x="101600" y="266284"/>
                  <a:pt x="101600" y="203200"/>
                </a:cubicBezTo>
                <a:close/>
                <a:moveTo>
                  <a:pt x="203200" y="152400"/>
                </a:moveTo>
                <a:cubicBezTo>
                  <a:pt x="203200" y="180419"/>
                  <a:pt x="182951" y="203200"/>
                  <a:pt x="158044" y="203200"/>
                </a:cubicBezTo>
                <a:cubicBezTo>
                  <a:pt x="149931" y="203200"/>
                  <a:pt x="142311" y="200819"/>
                  <a:pt x="135678" y="196533"/>
                </a:cubicBezTo>
                <a:cubicBezTo>
                  <a:pt x="134973" y="205184"/>
                  <a:pt x="135608" y="214074"/>
                  <a:pt x="137724" y="222885"/>
                </a:cubicBezTo>
                <a:cubicBezTo>
                  <a:pt x="147391" y="263525"/>
                  <a:pt x="184573" y="287655"/>
                  <a:pt x="220698" y="276781"/>
                </a:cubicBezTo>
                <a:cubicBezTo>
                  <a:pt x="256822" y="265906"/>
                  <a:pt x="278271" y="224076"/>
                  <a:pt x="268605" y="183436"/>
                </a:cubicBezTo>
                <a:cubicBezTo>
                  <a:pt x="259997" y="147161"/>
                  <a:pt x="229447" y="124063"/>
                  <a:pt x="197273" y="127238"/>
                </a:cubicBezTo>
                <a:cubicBezTo>
                  <a:pt x="201013" y="134620"/>
                  <a:pt x="203200" y="143193"/>
                  <a:pt x="203200" y="152400"/>
                </a:cubicBezTo>
                <a:close/>
              </a:path>
            </a:pathLst>
          </a:custGeom>
          <a:solidFill>
            <a:srgbClr val="34D399"/>
          </a:solidFill>
          <a:ln/>
        </p:spPr>
      </p:sp>
      <p:sp>
        <p:nvSpPr>
          <p:cNvPr id="36" name="Text 34"/>
          <p:cNvSpPr/>
          <p:nvPr/>
        </p:nvSpPr>
        <p:spPr>
          <a:xfrm>
            <a:off x="8953500" y="5715000"/>
            <a:ext cx="6286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Disease Detection (Computer Vision)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953500" y="6121400"/>
            <a:ext cx="6286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Image-based crop disease identification using CNN models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62000" y="7112000"/>
            <a:ext cx="14732000" cy="1270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Shape 37"/>
          <p:cNvSpPr/>
          <p:nvPr/>
        </p:nvSpPr>
        <p:spPr>
          <a:xfrm>
            <a:off x="1143000" y="742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9400" y="0"/>
                </a:moveTo>
                <a:cubicBezTo>
                  <a:pt x="279400" y="-17562"/>
                  <a:pt x="268049" y="-31750"/>
                  <a:pt x="254000" y="-31750"/>
                </a:cubicBezTo>
                <a:cubicBezTo>
                  <a:pt x="239951" y="-31750"/>
                  <a:pt x="228600" y="-17562"/>
                  <a:pt x="228600" y="0"/>
                </a:cubicBezTo>
                <a:lnTo>
                  <a:pt x="228600" y="63500"/>
                </a:lnTo>
                <a:lnTo>
                  <a:pt x="152400" y="63500"/>
                </a:lnTo>
                <a:cubicBezTo>
                  <a:pt x="110331" y="63500"/>
                  <a:pt x="76200" y="106164"/>
                  <a:pt x="76200" y="158750"/>
                </a:cubicBezTo>
                <a:lnTo>
                  <a:pt x="76200" y="381000"/>
                </a:lnTo>
                <a:cubicBezTo>
                  <a:pt x="76200" y="433586"/>
                  <a:pt x="110331" y="476250"/>
                  <a:pt x="152400" y="476250"/>
                </a:cubicBezTo>
                <a:lnTo>
                  <a:pt x="355600" y="476250"/>
                </a:lnTo>
                <a:cubicBezTo>
                  <a:pt x="397669" y="476250"/>
                  <a:pt x="431800" y="433586"/>
                  <a:pt x="431800" y="381000"/>
                </a:cubicBezTo>
                <a:lnTo>
                  <a:pt x="431800" y="158750"/>
                </a:lnTo>
                <a:cubicBezTo>
                  <a:pt x="431800" y="106164"/>
                  <a:pt x="397669" y="63500"/>
                  <a:pt x="355600" y="63500"/>
                </a:cubicBezTo>
                <a:lnTo>
                  <a:pt x="279400" y="63500"/>
                </a:lnTo>
                <a:lnTo>
                  <a:pt x="279400" y="0"/>
                </a:lnTo>
                <a:close/>
                <a:moveTo>
                  <a:pt x="127000" y="365125"/>
                </a:moveTo>
                <a:cubicBezTo>
                  <a:pt x="127000" y="351929"/>
                  <a:pt x="135493" y="341313"/>
                  <a:pt x="146050" y="341313"/>
                </a:cubicBezTo>
                <a:lnTo>
                  <a:pt x="171450" y="341313"/>
                </a:lnTo>
                <a:cubicBezTo>
                  <a:pt x="182007" y="341313"/>
                  <a:pt x="190500" y="351929"/>
                  <a:pt x="190500" y="365125"/>
                </a:cubicBezTo>
                <a:cubicBezTo>
                  <a:pt x="190500" y="378321"/>
                  <a:pt x="182007" y="388938"/>
                  <a:pt x="171450" y="388938"/>
                </a:cubicBezTo>
                <a:lnTo>
                  <a:pt x="146050" y="388938"/>
                </a:lnTo>
                <a:cubicBezTo>
                  <a:pt x="135493" y="388938"/>
                  <a:pt x="127000" y="378321"/>
                  <a:pt x="127000" y="365125"/>
                </a:cubicBezTo>
                <a:close/>
                <a:moveTo>
                  <a:pt x="222250" y="365125"/>
                </a:moveTo>
                <a:cubicBezTo>
                  <a:pt x="222250" y="351929"/>
                  <a:pt x="230743" y="341313"/>
                  <a:pt x="241300" y="341313"/>
                </a:cubicBezTo>
                <a:lnTo>
                  <a:pt x="266700" y="341313"/>
                </a:lnTo>
                <a:cubicBezTo>
                  <a:pt x="277257" y="341313"/>
                  <a:pt x="285750" y="351929"/>
                  <a:pt x="285750" y="365125"/>
                </a:cubicBezTo>
                <a:cubicBezTo>
                  <a:pt x="285750" y="378321"/>
                  <a:pt x="277257" y="388938"/>
                  <a:pt x="266700" y="388938"/>
                </a:cubicBezTo>
                <a:lnTo>
                  <a:pt x="241300" y="388938"/>
                </a:lnTo>
                <a:cubicBezTo>
                  <a:pt x="230743" y="388938"/>
                  <a:pt x="222250" y="378321"/>
                  <a:pt x="222250" y="365125"/>
                </a:cubicBezTo>
                <a:close/>
                <a:moveTo>
                  <a:pt x="317500" y="365125"/>
                </a:moveTo>
                <a:cubicBezTo>
                  <a:pt x="317500" y="351929"/>
                  <a:pt x="325993" y="341313"/>
                  <a:pt x="336550" y="341313"/>
                </a:cubicBezTo>
                <a:lnTo>
                  <a:pt x="361950" y="341313"/>
                </a:lnTo>
                <a:cubicBezTo>
                  <a:pt x="372507" y="341313"/>
                  <a:pt x="381000" y="351929"/>
                  <a:pt x="381000" y="365125"/>
                </a:cubicBezTo>
                <a:cubicBezTo>
                  <a:pt x="381000" y="378321"/>
                  <a:pt x="372507" y="388938"/>
                  <a:pt x="361950" y="388938"/>
                </a:cubicBezTo>
                <a:lnTo>
                  <a:pt x="336550" y="388938"/>
                </a:lnTo>
                <a:cubicBezTo>
                  <a:pt x="325993" y="388938"/>
                  <a:pt x="317500" y="378321"/>
                  <a:pt x="317500" y="365125"/>
                </a:cubicBezTo>
                <a:close/>
                <a:moveTo>
                  <a:pt x="177800" y="174625"/>
                </a:moveTo>
                <a:cubicBezTo>
                  <a:pt x="198828" y="174625"/>
                  <a:pt x="215900" y="195965"/>
                  <a:pt x="215900" y="222250"/>
                </a:cubicBezTo>
                <a:cubicBezTo>
                  <a:pt x="215900" y="248535"/>
                  <a:pt x="198828" y="269875"/>
                  <a:pt x="177800" y="269875"/>
                </a:cubicBezTo>
                <a:cubicBezTo>
                  <a:pt x="156772" y="269875"/>
                  <a:pt x="139700" y="248535"/>
                  <a:pt x="139700" y="222250"/>
                </a:cubicBezTo>
                <a:cubicBezTo>
                  <a:pt x="139700" y="195965"/>
                  <a:pt x="156772" y="174625"/>
                  <a:pt x="177800" y="174625"/>
                </a:cubicBezTo>
                <a:close/>
                <a:moveTo>
                  <a:pt x="292100" y="222250"/>
                </a:moveTo>
                <a:cubicBezTo>
                  <a:pt x="292100" y="195965"/>
                  <a:pt x="309172" y="174625"/>
                  <a:pt x="330200" y="174625"/>
                </a:cubicBezTo>
                <a:cubicBezTo>
                  <a:pt x="351228" y="174625"/>
                  <a:pt x="368300" y="195965"/>
                  <a:pt x="368300" y="222250"/>
                </a:cubicBezTo>
                <a:cubicBezTo>
                  <a:pt x="368300" y="248535"/>
                  <a:pt x="351228" y="269875"/>
                  <a:pt x="330200" y="269875"/>
                </a:cubicBezTo>
                <a:cubicBezTo>
                  <a:pt x="309172" y="269875"/>
                  <a:pt x="292100" y="248535"/>
                  <a:pt x="292100" y="222250"/>
                </a:cubicBezTo>
                <a:close/>
                <a:moveTo>
                  <a:pt x="50800" y="222250"/>
                </a:moveTo>
                <a:cubicBezTo>
                  <a:pt x="50800" y="204688"/>
                  <a:pt x="39449" y="190500"/>
                  <a:pt x="25400" y="190500"/>
                </a:cubicBezTo>
                <a:cubicBezTo>
                  <a:pt x="11351" y="190500"/>
                  <a:pt x="0" y="204688"/>
                  <a:pt x="0" y="222250"/>
                </a:cubicBezTo>
                <a:lnTo>
                  <a:pt x="0" y="317500"/>
                </a:lnTo>
                <a:cubicBezTo>
                  <a:pt x="0" y="335062"/>
                  <a:pt x="11351" y="349250"/>
                  <a:pt x="25400" y="349250"/>
                </a:cubicBezTo>
                <a:cubicBezTo>
                  <a:pt x="39449" y="349250"/>
                  <a:pt x="50800" y="335062"/>
                  <a:pt x="50800" y="317500"/>
                </a:cubicBezTo>
                <a:lnTo>
                  <a:pt x="50800" y="222250"/>
                </a:lnTo>
                <a:close/>
                <a:moveTo>
                  <a:pt x="482600" y="190500"/>
                </a:moveTo>
                <a:cubicBezTo>
                  <a:pt x="468551" y="190500"/>
                  <a:pt x="457200" y="204688"/>
                  <a:pt x="457200" y="222250"/>
                </a:cubicBezTo>
                <a:lnTo>
                  <a:pt x="457200" y="317500"/>
                </a:lnTo>
                <a:cubicBezTo>
                  <a:pt x="457200" y="335062"/>
                  <a:pt x="468551" y="349250"/>
                  <a:pt x="482600" y="349250"/>
                </a:cubicBezTo>
                <a:cubicBezTo>
                  <a:pt x="496649" y="349250"/>
                  <a:pt x="508000" y="335062"/>
                  <a:pt x="508000" y="317500"/>
                </a:cubicBezTo>
                <a:lnTo>
                  <a:pt x="508000" y="222250"/>
                </a:lnTo>
                <a:cubicBezTo>
                  <a:pt x="508000" y="204688"/>
                  <a:pt x="496649" y="190500"/>
                  <a:pt x="482600" y="190500"/>
                </a:cubicBezTo>
                <a:close/>
              </a:path>
            </a:pathLst>
          </a:custGeom>
          <a:solidFill>
            <a:srgbClr val="0B1120"/>
          </a:solidFill>
          <a:ln/>
        </p:spPr>
      </p:sp>
      <p:sp>
        <p:nvSpPr>
          <p:cNvPr id="40" name="Text 38"/>
          <p:cNvSpPr/>
          <p:nvPr/>
        </p:nvSpPr>
        <p:spPr>
          <a:xfrm>
            <a:off x="1905000" y="7302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0B1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LLM-BASED AI ASSISTANT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1905000" y="7747000"/>
            <a:ext cx="1333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0B11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Conversational AI assistant for farmers — ask questions, get recommendations, and receive personalized farming advice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gradFill rotWithShape="1" flip="none">
          <a:gsLst>
            <a:gs pos="0">
              <a:srgbClr val="0B1120"/>
            </a:gs>
            <a:gs pos="50000">
              <a:srgbClr val="0F1D2E"/>
            </a:gs>
            <a:gs pos="100000">
              <a:srgbClr val="0B1120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gradFill rotWithShape="1" flip="none">
            <a:gsLst>
              <a:gs pos="0">
                <a:srgbClr val="10B981"/>
              </a:gs>
              <a:gs pos="100000">
                <a:srgbClr val="34D399"/>
              </a:gs>
            </a:gsLst>
            <a:lin ang="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7493000" y="2286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1270000" y="79375"/>
                </a:moveTo>
                <a:cubicBezTo>
                  <a:pt x="1270000" y="347514"/>
                  <a:pt x="1079996" y="571252"/>
                  <a:pt x="827484" y="623590"/>
                </a:cubicBezTo>
                <a:cubicBezTo>
                  <a:pt x="807889" y="479475"/>
                  <a:pt x="743148" y="349746"/>
                  <a:pt x="647650" y="249287"/>
                </a:cubicBezTo>
                <a:cubicBezTo>
                  <a:pt x="747117" y="99219"/>
                  <a:pt x="917525" y="0"/>
                  <a:pt x="1111250" y="0"/>
                </a:cubicBezTo>
                <a:lnTo>
                  <a:pt x="1190625" y="0"/>
                </a:lnTo>
                <a:cubicBezTo>
                  <a:pt x="1234529" y="0"/>
                  <a:pt x="1270000" y="35471"/>
                  <a:pt x="1270000" y="79375"/>
                </a:cubicBezTo>
                <a:close/>
                <a:moveTo>
                  <a:pt x="0" y="238125"/>
                </a:moveTo>
                <a:cubicBezTo>
                  <a:pt x="0" y="194221"/>
                  <a:pt x="35471" y="158750"/>
                  <a:pt x="79375" y="158750"/>
                </a:cubicBezTo>
                <a:lnTo>
                  <a:pt x="158750" y="158750"/>
                </a:lnTo>
                <a:cubicBezTo>
                  <a:pt x="465584" y="158750"/>
                  <a:pt x="714375" y="407541"/>
                  <a:pt x="714375" y="714375"/>
                </a:cubicBezTo>
                <a:lnTo>
                  <a:pt x="714375" y="1190625"/>
                </a:lnTo>
                <a:cubicBezTo>
                  <a:pt x="714375" y="1234529"/>
                  <a:pt x="678904" y="1270000"/>
                  <a:pt x="635000" y="1270000"/>
                </a:cubicBezTo>
                <a:cubicBezTo>
                  <a:pt x="591096" y="1270000"/>
                  <a:pt x="555625" y="1234529"/>
                  <a:pt x="555625" y="1190625"/>
                </a:cubicBezTo>
                <a:lnTo>
                  <a:pt x="555625" y="793750"/>
                </a:lnTo>
                <a:cubicBezTo>
                  <a:pt x="248791" y="793750"/>
                  <a:pt x="0" y="544959"/>
                  <a:pt x="0" y="23812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048000" y="3810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spc="600" kern="0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6223000" y="4762500"/>
            <a:ext cx="3810000" cy="25400"/>
          </a:xfrm>
          <a:prstGeom prst="rect">
            <a:avLst/>
          </a:prstGeom>
          <a:gradFill rotWithShape="1" flip="none">
            <a:gsLst>
              <a:gs pos="0">
                <a:srgbClr val="10B981">
                  <a:alpha val="0"/>
                </a:srgbClr>
              </a:gs>
              <a:gs pos="30000">
                <a:srgbClr val="10B981"/>
              </a:gs>
              <a:gs pos="70000">
                <a:srgbClr val="10B981"/>
              </a:gs>
              <a:gs pos="100000">
                <a:srgbClr val="10B981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Text 4"/>
          <p:cNvSpPr/>
          <p:nvPr/>
        </p:nvSpPr>
        <p:spPr>
          <a:xfrm>
            <a:off x="4318000" y="50165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spc="800" kern="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 &amp; A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83000" y="5842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83000" y="6604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AgriIntel — Empowering Farmers with AI-Driven Intelligence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gradFill rotWithShape="1" flip="none">
            <a:gsLst>
              <a:gs pos="0">
                <a:srgbClr val="10B981"/>
              </a:gs>
              <a:gs pos="100000">
                <a:srgbClr val="34D399"/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AgriIntel - AI-Powered Agricultural Intelligence</dc:title>
  <dc:subject>AgriIntel - AI-Powered Agricultural Intelligence</dc:subject>
  <dc:creator>Kimi</dc:creator>
  <cp:lastModifiedBy>Kimi</cp:lastModifiedBy>
  <cp:revision>1</cp:revision>
  <dcterms:created xsi:type="dcterms:W3CDTF">2026-07-03T20:57:37Z</dcterms:created>
  <dcterms:modified xsi:type="dcterms:W3CDTF">2026-07-03T20:57:37Z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{"Label":"AgriIntel - AI-Powered Agricultural Intelligence","ContentProducer":"001191110108MACG2KBH8F10000","ProduceID":"19f29abb-a1b2-8df3-8000-0000a97ad5fc","ReservedCode1":"","ContentPropagator":"001191110108MACG2KBH8F20000","PropagateID":"19f29a9c-f2e2-878b-8000-0954505ec672","ReservedCode2":""}</vt:lpwstr>
  </property>
</Properties>
</file>